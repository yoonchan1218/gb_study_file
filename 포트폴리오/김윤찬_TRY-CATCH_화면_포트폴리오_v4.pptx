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9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_ web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486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카테고리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03120" y="182880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21031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플랫폼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네트워킹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설명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취업의 문턱에서 좌절하거나 의지가 꺾인 분들을 위해,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체험을 통한 취업 의지를 다지는 단계형 체험 플랫폼입니다.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완료 후 스킬로그 포트폴리오 작성, Q&amp;A 커뮤니티 직무 정보 공유,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자연스러운 커리어 성장을 지원합니다.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특징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03120" y="3291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프로그램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A: 하루 체험  |  B: 체험 → 인턴  |  C: 체험 → 인턴 → 계약직  |  D: 체험 → 정규직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제공하는 체험 단계가 달라, 구직자가 자신에 맞는 단계를 선택 가능.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기획 배경 및 의도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46.6%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코로나19 회복 효과 반등,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임금근로 일자리 7월 이후 둔화.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균열 본격화.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단시간 노동자/비정규직 증가.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46.1%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선호 강화.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경력자 비중 28.1% 증가.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양질 일자리 부족,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채용 쏠림, 관세전쟁 영향.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'경험의 격차' 문제를 해결하기 위해 기획되었습니다.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구직자들이 '경험이 없어서 취업이 안 되고, 취업이 안 되어서 경험을 못 쌓는' 악순환에 빠져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기업들은 서류만으로는 지원자의 실무 능력을 판단하기 어렵습니다.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기업이 체험형 프로그램을 등록하고, 개인이 이에 지원하여 실무 경험을 쌓을 수 있는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플랫폼입니다. 체험 완료 후에는 스킬로그로 포트폴리오를 작성하고,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커뮤니티에서 직무 정보를 공유하며, 자연스럽게 커리어를 성장시킬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서비스 기능 및 화면 리스트    사용자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64592" cy="118872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2632" y="91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김윤찬 담당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645920" cy="217627"/>
          </a:xfrm>
          <a:prstGeom prst="rect">
            <a:avLst/>
          </a:prstGeom>
          <a:solidFill>
            <a:srgbClr val="E0E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"/>
            <a:ext cx="1645920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502920"/>
            <a:ext cx="1463040" cy="217627"/>
          </a:xfrm>
          <a:prstGeom prst="rect">
            <a:avLst/>
          </a:prstGeom>
          <a:solidFill>
            <a:srgbClr val="E0E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502920"/>
            <a:ext cx="1463040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502920"/>
            <a:ext cx="5303520" cy="217627"/>
          </a:xfrm>
          <a:prstGeom prst="rect">
            <a:avLst/>
          </a:prstGeom>
          <a:solidFill>
            <a:srgbClr val="E0E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502920"/>
            <a:ext cx="5303520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720547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720547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720547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720547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[공통]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65960" y="720547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29000" y="720547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메뉴(드롭다운), 로그인 상태, 포인트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938174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938174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938174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938174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938174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개인정보처리방침, 고객센터, SNS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1155802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1155802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155802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155802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[로그인/회원가입]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65960" y="1155802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29000" y="1155802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개인/기업 로그인, 카카오 로그인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1373429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0240" y="1373429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1373429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1373429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개인/기업/카카오 가입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29000" y="1373429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정보 입력 및 가입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1591056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1591056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1591056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1591056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[서비스 소개]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65960" y="1591056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429000" y="1591056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소개, TOP10 체험 공고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1808683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1808683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1808683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1808683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[체험 정보]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65960" y="1808683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목록/상세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29000" y="1808683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목록, 필터, 검색, 지원하기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026310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2026310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3280" y="2026310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026310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[기술 블로그]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965960" y="2026310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CRUD/대시보드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29000" y="2026310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목록/작성/상세/수정, 댓글, 좋아요, 통계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2243938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243938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83280" y="2243938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243938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[커뮤니티(Q&amp;A)]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65960" y="2243938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2243938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목록, 검색, 정렬, 배너, 사이드바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4320" y="2461565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2461565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83280" y="2461565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65960" y="2461565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429000" y="2461565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선택(직무/기업/동문), 파일 첨부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74320" y="2679192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20240" y="2679192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83280" y="2679192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65960" y="2679192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429000" y="2679192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상세, 댓글/답변, 좋아요, 신고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4320" y="2896819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920240" y="2896819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2896819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65960" y="2896819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429000" y="2896819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수정, 첨부파일 관리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74320" y="3114446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920240" y="3114446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83280" y="3114446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114446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[마이페이지]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965960" y="3114446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대시보드/프로필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429000" y="3114446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활동 통계, 추천 공고, 스마트매칭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74320" y="3332074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20240" y="3332074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83280" y="3332074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965960" y="3332074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429000" y="3332074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생년월일, 성별, 학력, 연락처 수정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74320" y="3549701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20240" y="3549701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549701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65960" y="3549701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429000" y="3549701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그룹, 유형별 필터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767328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767328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3767328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65960" y="3767328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내역(체험지원)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429000" y="3767328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카드, 필터, 지원 취소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74320" y="3984955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920240" y="3984955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3984955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65960" y="3984955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429000" y="3984955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주의사항, 본인 확인, 동의 후 탈퇴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74320" y="4202582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20240" y="4202582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383280" y="4202582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0040" y="4202582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[포인트]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965960" y="4202582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관리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429000" y="4202582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내역, 충전, 취소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74320" y="4420210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920240" y="4420210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383280" y="4420210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0040" y="4420210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[기업 포털]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1965960" y="4420210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홈/프로필/팀원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3429000" y="4420210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대시보드, 정보 수정, 팀원 관리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74320" y="4637837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20240" y="4637837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383280" y="4637837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965960" y="4637837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등록/관리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3429000" y="4637837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CRUD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74320" y="4855464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920240" y="4855464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383280" y="4855464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65960" y="4855464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지원자/참여자 관리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3429000" y="4855464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합격/불합격/완료 처리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메뉴트리 (Information Architecture)    사용자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474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 박스 = 김윤찬 담당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로그인/회원가입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가입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91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정보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목록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상세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블로그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94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94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94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94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94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94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94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94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37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37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937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937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37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080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080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080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정보수정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080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080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80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활동내역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8076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8076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회원탈퇴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포털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36092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6092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6092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6092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36092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36092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6092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736092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6092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736092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6092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컴포넌트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005840" y="4398264"/>
            <a:ext cx="18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헤더(GNB)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05840" y="4398264"/>
            <a:ext cx="1280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푸터(Footer)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005840" y="4398264"/>
            <a:ext cx="2377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목록 페이지 (취업톡톡)〉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316669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313011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56491" y="72694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3156491" y="7269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675" y="9326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57675" y="932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56491" y="8915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156491" y="8915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56491" y="150876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3156491" y="1508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7675" y="19202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57675" y="1920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156491" y="38953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156491" y="38953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156491" y="447141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0" name="Text 17"/>
          <p:cNvSpPr/>
          <p:nvPr/>
        </p:nvSpPr>
        <p:spPr>
          <a:xfrm>
            <a:off x="3156491" y="44714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 페이지 (취업톡톡)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검색바, 메뉴(서비스소개/체험정보/기술블로그/커뮤니티), 로그인 상태, 포인트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프로필/질문 작성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회원 프로필(닉네임, 레벨, 글/질문 수, 포인트), 질문·목록 버튼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캐러셀 영역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추천/인기 질문 슬라이더 배너 (자동 슬라이드, 좌우 네비게이션)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질문 목록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탭(최신/인기/좋아요/댓글), 질문 카드(태그/제목/조회수/댓글수), 페이지네이션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9" name="Text 36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인기/최신 질문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TOP5, 최신 질문 위젯으로 빠른 탐색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212080" y="34472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3" name="Text 40"/>
          <p:cNvSpPr/>
          <p:nvPr/>
        </p:nvSpPr>
        <p:spPr>
          <a:xfrm>
            <a:off x="5212080" y="34472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431536" y="34290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하단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31536" y="35570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인기 질문 카드형 목록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212080" y="39959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7" name="Text 44"/>
          <p:cNvSpPr/>
          <p:nvPr/>
        </p:nvSpPr>
        <p:spPr>
          <a:xfrm>
            <a:off x="5212080" y="39959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431536" y="39776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배너/푸터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431536" y="41056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배너, 공지사항, 회사정보, 고객센터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작성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286396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2498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20209" y="9326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220209" y="932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20209" y="138531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220209" y="13853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20209" y="21259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220209" y="21259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20209" y="307238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220209" y="307238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220209" y="38953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220209" y="38953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대상 선택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직무선배/기업선배/동문 체크박스로 질문 타겟 선택, 레이어 모달 카테고리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입력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텍스트 입력 필드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내용 에디터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작성 영역, 이미지/파일 첨부 버튼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등록/취소 버튼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질문하기/취소 버튼, 유효성 검사 후 서버 전송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상세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3805809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37692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-7315" y="106272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-7315" y="106272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113810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11381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219349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219349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2645801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645801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0016" y="370118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370118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카드, 인기/최신 질문 위젯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 영역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배지, 제목, 조회수, 작성일, 본문(이미지 포함), 작성자 프로필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좋아요/공유 기능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 버튼(비동기), 공유하기 버튼, 좋아요 수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영역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수, 댓글 목록, 대댓글 스레드, 작성 폼(에디터+파일첨부)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목록보기/푸터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돌아가기 버튼, 광고 배너,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수정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440375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403799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66489" y="9326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366489" y="932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66489" y="150876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366489" y="1508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366489" y="274320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366489" y="2743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366489" y="31546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366489" y="3154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66489" y="41833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366489" y="41833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수정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선택값(직무/기업/동문) 유지 및 변경 가능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제목/내용 수정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제목/내용 프리로드, 수정 가능 에디터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관리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파일 삭제 + 새 파일 추가 지원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수정/취소 버튼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버튼, 유효성 검사 후 전송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푸터 (Footer)〉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271119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674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250454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250454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277200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27720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298597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298597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3173197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3173197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푸터 (Footer)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 영역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광고 배너, 교육생 모집/채용 공고 안내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 영역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주요 공지사항 롤링 표시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정보 링크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개인정보처리방침(굵게), 고객센터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고객센터/저작권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전화(1234-5678), 운영시간, FAX, 이메일, ©표시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〈마이페이지 메인/프로필〉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395543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391885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126" y="8915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26126" y="8915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62594" y="72694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1162594" y="7269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905794" y="117957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905794" y="11795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05794" y="159105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3905794" y="159105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905794" y="200253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3905794" y="200253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05794" y="31546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905794" y="3154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905794" y="38953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0" name="Text 17"/>
          <p:cNvSpPr/>
          <p:nvPr/>
        </p:nvSpPr>
        <p:spPr>
          <a:xfrm>
            <a:off x="3905794" y="38953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메인/프로필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체험지원관리, QnA, 회원정보관리 메뉴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사진 업로드, 닉네임, 레벨, 이메일, 포인트, 게시글/질문 수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공고 캐러셀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체험 공고 슬라이더, 마감일/기업명/분야 표시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취업톡톡 영역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Q&amp;A 질문 요약, 태그/카테고리 배지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9" name="Text 36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체험공고/TOP100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프로그램 목록, TOP100 추천 공고 카드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212080" y="34472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3" name="Text 40"/>
          <p:cNvSpPr/>
          <p:nvPr/>
        </p:nvSpPr>
        <p:spPr>
          <a:xfrm>
            <a:off x="5212080" y="34472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431536" y="34290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매칭 (탭)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31536" y="35570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본 공고/스크랩 공고 탭 전환, 스크랩 토글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212080" y="39959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7" name="Text 44"/>
          <p:cNvSpPr/>
          <p:nvPr/>
        </p:nvSpPr>
        <p:spPr>
          <a:xfrm>
            <a:off x="5212080" y="39959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431536" y="39776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리스트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431536" y="41056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지원/스크랩 공고 목록, 상태 표시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〈개인정보 수정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271119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674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71254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71254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89977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89977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116723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11672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148818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148818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0016" y="18091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18091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'회원정보 수정' 타이틀, 안내 문구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(읽기전용)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아이디 표시 (수정 불가)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 폼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생년월일(년/월/일 드롭다운), 성별(라디오), 학력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정보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휴대폰, 일반전화, 이메일(@도메인) 입력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제출, 유효성 검증 후 저장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〈알림 목록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2743391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7068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-7315" y="122716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-7315" y="122716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84832" y="106475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2084832" y="106475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106475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106475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144370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14437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 페이지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체험지원관리, QnA, 회원정보관리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알림 타이틀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'수신 알림', 최근 30일 알림만 확인 가능 안내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필터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알림/취업톡톡/체험지원현황/기술블로그 필터 드롭다운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목록/빈 상태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그룹핑 알림 카드 또는 '알림이 없습니다' 안내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〈활동 내역 (체험지원 현황)〉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40955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4058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1010519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101051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1375827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1375827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21064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21064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271529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7152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0016" y="35270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35270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(체험지원 현황)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요약 카드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참여완료/참여중/심사완료/심사중 4가지 상태 카운트 카드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날짜/필터 검색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조회기간(1주~3개월), 날짜 선택, 진행/열람/지원상태 필터, 키워드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내역 목록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상태/날짜, 기업명, 프로그램명, 지원분야, 지원자수, 지원취소 버튼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결과 페이지 분할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지원 유의사항 5가지, 광고 배너,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〈회원 탈퇴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337489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3338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75256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75256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121993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12199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175406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175406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2087895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087895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페이지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전용 헤더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'회원정보 관리' 타이틀, 회원정보수정/회원탈퇴 탭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경고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5가지: 복구 불가, ID 재사용 불가, 동시 탈퇴, 데이터 삭제, 게시물 잔존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확인 폼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아이디(읽기전용), 탈퇴요청자 이름 입력(필수)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및 탈퇴 버튼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사항 동의 체크박스 → 탈퇴하기 버튼 활성화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헤더 및 드롭다운〉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3287776" cy="1865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3251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640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전 - GNB 드롭다운 + 기업서비스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736592" y="804672"/>
            <a:ext cx="3287776" cy="1865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22960"/>
            <a:ext cx="32512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640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- 프로필 드롭다운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64592" y="2999232"/>
            <a:ext cx="3287776" cy="1865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017520"/>
            <a:ext cx="3251200" cy="182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" y="28346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검색바 - 자동완성 / 자동완성 끄기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754880" y="28346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헤더 주요 기능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54880" y="31272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1"/>
          <p:cNvSpPr/>
          <p:nvPr/>
        </p:nvSpPr>
        <p:spPr>
          <a:xfrm>
            <a:off x="4754880" y="3127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4974336" y="3108960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 드롭다운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974336" y="323697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hover 시 하위 메뉴 표시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(나에게 딱 맞는 공고, 콘텐츠 탐색 영역)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4754880" y="351129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0" name="Text 15"/>
          <p:cNvSpPr/>
          <p:nvPr/>
        </p:nvSpPr>
        <p:spPr>
          <a:xfrm>
            <a:off x="4754880" y="35112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974336" y="349300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기업서비스 드롭다운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974336" y="362102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시 '기업서비스' 버튼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신청하기, 개인회원 홈 안내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4754880" y="3895344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4" name="Text 19"/>
          <p:cNvSpPr/>
          <p:nvPr/>
        </p:nvSpPr>
        <p:spPr>
          <a:xfrm>
            <a:off x="4754880" y="389534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974336" y="3877056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드롭다운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974336" y="400507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회원 이름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개인회원홈/기술블로그/체험지원/정보수정/로그아웃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4754880" y="427939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8" name="Text 23"/>
          <p:cNvSpPr/>
          <p:nvPr/>
        </p:nvSpPr>
        <p:spPr>
          <a:xfrm>
            <a:off x="4754880" y="42793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4974336" y="426110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검색바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974336" y="438912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입력 시 자동완성 드롭다운,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 끄기/닫기 토글 기능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4754880" y="466344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2" name="Text 27"/>
          <p:cNvSpPr/>
          <p:nvPr/>
        </p:nvSpPr>
        <p:spPr>
          <a:xfrm>
            <a:off x="4754880" y="4663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4974336" y="464515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아이콘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974336" y="477316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알림 표시, 클릭 시 알림 목록 이동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TRY-CATCH 화면 포트폴리오</dc:title>
  <dc:subject>PptxGenJS Presentation</dc:subject>
  <dc:creator>김윤찬</dc:creator>
  <cp:lastModifiedBy>김윤찬</cp:lastModifiedBy>
  <cp:revision>1</cp:revision>
  <dcterms:created xsi:type="dcterms:W3CDTF">2026-03-15T07:55:23Z</dcterms:created>
  <dcterms:modified xsi:type="dcterms:W3CDTF">2026-03-15T07:55:23Z</dcterms:modified>
</cp:coreProperties>
</file>