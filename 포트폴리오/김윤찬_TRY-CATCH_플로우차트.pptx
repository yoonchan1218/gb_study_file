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Login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Login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log-in.html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Login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38404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tbl_individual_member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tbl_oauth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4985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814979.0"/>
            <a:ext cx="594360.0" cy="363474.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CorpMemberMapper.xml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08244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3268978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CorpMemberMapper.java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803902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990439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CorpMemberDAO.java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452536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4711900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4711900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95695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5143496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5388555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5593380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904276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56297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cess 31"/>
          <p:cNvSpPr/>
          <p:nvPr/>
        </p:nvSpPr>
        <p:spPr>
          <a:xfrm>
            <a:off x="7772400" y="2478024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2723083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cess 33"/>
          <p:cNvSpPr/>
          <p:nvPr/>
        </p:nvSpPr>
        <p:spPr>
          <a:xfrm>
            <a:off x="7772400" y="2924251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3169310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7772400" y="3370478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615537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cument 37"/>
          <p:cNvSpPr/>
          <p:nvPr/>
        </p:nvSpPr>
        <p:spPr>
          <a:xfrm>
            <a:off x="7772400" y="3816705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log-in.html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Login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Individual Join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individual-join.html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Join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38404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tbl_individual_member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tbl_oauth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4985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744113.0"/>
            <a:ext cx="594360.0" cy="434340.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94070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3127246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520438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706975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4100167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4286704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4286704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IndividualMemberService.java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53176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4718300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96335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5168184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479080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31101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ecision 31"/>
          <p:cNvSpPr/>
          <p:nvPr/>
        </p:nvSpPr>
        <p:spPr>
          <a:xfrm>
            <a:off x="8001000" y="2478024"/>
            <a:ext cx="1371600" cy="73152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77800" rIns="177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아이디/이메일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중복 여부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3218688"/>
            <a:ext cx="347472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752344"/>
            <a:ext cx="27432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72600.0" y="2843784.0"/>
            <a:ext cx="347472.0" cy="0.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9720072" y="2715768"/>
            <a:ext cx="2011680" cy="25603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0000"/>
                </a:solidFill>
                <a:latin typeface="맑은 고딕"/>
              </a:rPr>
              <a:t>GlobalRestExceptionHandler.java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209544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rocess 37"/>
          <p:cNvSpPr/>
          <p:nvPr/>
        </p:nvSpPr>
        <p:spPr>
          <a:xfrm>
            <a:off x="7772400" y="3410712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86800" y="3655771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cess 39"/>
          <p:cNvSpPr/>
          <p:nvPr/>
        </p:nvSpPr>
        <p:spPr>
          <a:xfrm>
            <a:off x="7772400" y="3856939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0" y="4101998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ocess 41"/>
          <p:cNvSpPr/>
          <p:nvPr/>
        </p:nvSpPr>
        <p:spPr>
          <a:xfrm>
            <a:off x="7772400" y="4303166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86800" y="4548225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cument 43"/>
          <p:cNvSpPr/>
          <p:nvPr/>
        </p:nvSpPr>
        <p:spPr>
          <a:xfrm>
            <a:off x="7772400" y="4749393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individual-join.html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Login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Company Join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company-join.html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Join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38404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tbl_corp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tbl_address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4985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814979.0"/>
            <a:ext cx="594360.0" cy="363474.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CorpMemberMapper.xml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AddressMapper.xml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08244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3268978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CorpMemberMapper.java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AddressMapper.java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803902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990439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CorpMemberDAO.java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AddressDAO.java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452536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4711900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4711900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CorpService.java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95695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5143496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MemberController.java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5388555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5593380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904276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56297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ecision 31"/>
          <p:cNvSpPr/>
          <p:nvPr/>
        </p:nvSpPr>
        <p:spPr>
          <a:xfrm>
            <a:off x="8001000" y="2478024"/>
            <a:ext cx="1371600" cy="73152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77800" rIns="177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회사명/사업자번호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중복 여부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3218688"/>
            <a:ext cx="347472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752344"/>
            <a:ext cx="27432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72600.0" y="2843784.0"/>
            <a:ext cx="347472.0" cy="0.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9720072" y="2715768"/>
            <a:ext cx="2011680" cy="25603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0000"/>
                </a:solidFill>
                <a:latin typeface="맑은 고딕"/>
              </a:rPr>
              <a:t>GlobalRestExceptionHandler.java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209544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rocess 37"/>
          <p:cNvSpPr/>
          <p:nvPr/>
        </p:nvSpPr>
        <p:spPr>
          <a:xfrm>
            <a:off x="7772400" y="3410712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86800" y="3655771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cess 39"/>
          <p:cNvSpPr/>
          <p:nvPr/>
        </p:nvSpPr>
        <p:spPr>
          <a:xfrm>
            <a:off x="7772400" y="3856939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0" y="4101998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ocess 41"/>
          <p:cNvSpPr/>
          <p:nvPr/>
        </p:nvSpPr>
        <p:spPr>
          <a:xfrm>
            <a:off x="7772400" y="4303166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86800" y="4548225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cument 43"/>
          <p:cNvSpPr/>
          <p:nvPr/>
        </p:nvSpPr>
        <p:spPr>
          <a:xfrm>
            <a:off x="7772400" y="4749393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company-join.html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MyPage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MyPage Main Profile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mypage.html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25880" y="2104948"/>
            <a:ext cx="1554480" cy="38404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view_member_profile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tbl_latest_watch_posting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tbl_scrap_posting</a:t>
            </a:r>
          </a:p>
        </p:txBody>
      </p:sp>
      <p:pic>
        <p:nvPicPr>
          <p:cNvPr id="11" name="Picture 10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507284"/>
            <a:ext cx="457200" cy="4572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 flipV="1">
            <a:off x="2057400" y="2372410.0"/>
            <a:ext cx="594360.0" cy="363474.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/>
          <p:cNvSpPr/>
          <p:nvPr/>
        </p:nvSpPr>
        <p:spPr>
          <a:xfrm>
            <a:off x="2651760" y="2104948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LatestWatchPostingMapper.xml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ScrapPostingMapper.xml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639872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826409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LatestWatchPostingMapper.java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ScrapPostingMapper.java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36133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3547870"/>
            <a:ext cx="2926080" cy="534924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LatestWatchPostingDAO.java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ScrapPostingDAO.java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4082794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4269331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0" name="Process 19"/>
          <p:cNvSpPr/>
          <p:nvPr/>
        </p:nvSpPr>
        <p:spPr>
          <a:xfrm>
            <a:off x="2651760" y="4269331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MyPageService.java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451439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cess 21"/>
          <p:cNvSpPr/>
          <p:nvPr/>
        </p:nvSpPr>
        <p:spPr>
          <a:xfrm>
            <a:off x="2651760" y="4700927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MyPageController.java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945986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nector 23"/>
          <p:cNvSpPr/>
          <p:nvPr/>
        </p:nvSpPr>
        <p:spPr>
          <a:xfrm>
            <a:off x="3995928" y="5150811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5461707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13728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Connector 27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rocess 29"/>
          <p:cNvSpPr/>
          <p:nvPr/>
        </p:nvSpPr>
        <p:spPr>
          <a:xfrm>
            <a:off x="7772400" y="2478024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723083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cess 31"/>
          <p:cNvSpPr/>
          <p:nvPr/>
        </p:nvSpPr>
        <p:spPr>
          <a:xfrm>
            <a:off x="7772400" y="2924251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3169310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cess 33"/>
          <p:cNvSpPr/>
          <p:nvPr/>
        </p:nvSpPr>
        <p:spPr>
          <a:xfrm>
            <a:off x="7772400" y="3370478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3615537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cument 35"/>
          <p:cNvSpPr/>
          <p:nvPr/>
        </p:nvSpPr>
        <p:spPr>
          <a:xfrm>
            <a:off x="7772400" y="3816705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mypage.html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MyPage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Profile Edit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change-my-information.html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Edit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38404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tbl_individual_member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tbl_file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4985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744113.0"/>
            <a:ext cx="594360.0" cy="434340.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FileMapper.xml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94070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3127246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FileMapper.java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520438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706975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FileDAO.java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4100167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4286704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4286704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53176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4718300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96335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5168184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479080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31101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cess 31"/>
          <p:cNvSpPr/>
          <p:nvPr/>
        </p:nvSpPr>
        <p:spPr>
          <a:xfrm>
            <a:off x="7772400" y="2478024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2723083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cess 33"/>
          <p:cNvSpPr/>
          <p:nvPr/>
        </p:nvSpPr>
        <p:spPr>
          <a:xfrm>
            <a:off x="7772400" y="2924251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3169310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7772400" y="3370478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615537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cument 37"/>
          <p:cNvSpPr/>
          <p:nvPr/>
        </p:nvSpPr>
        <p:spPr>
          <a:xfrm>
            <a:off x="7772400" y="3816705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change-my-information.html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MyPage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Account Deletion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unsubscribe.html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Delete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20116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tbl_member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6697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670046.5"/>
            <a:ext cx="594360.0" cy="325526.5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792576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2979113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224172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410709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3655768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3842305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3842305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087364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4273901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51896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4723785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034681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9" name="Connector 28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ecision 30"/>
          <p:cNvSpPr/>
          <p:nvPr/>
        </p:nvSpPr>
        <p:spPr>
          <a:xfrm>
            <a:off x="8001000" y="2478024"/>
            <a:ext cx="1371600" cy="73152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77800" rIns="177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입력한 이름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일치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3218688"/>
            <a:ext cx="347472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752344"/>
            <a:ext cx="27432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NO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72600.0" y="2843784.0"/>
            <a:ext cx="347472.0" cy="0.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rocess 34"/>
          <p:cNvSpPr/>
          <p:nvPr/>
        </p:nvSpPr>
        <p:spPr>
          <a:xfrm>
            <a:off x="9720072" y="2715768"/>
            <a:ext cx="2011680" cy="25603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0000"/>
                </a:solidFill>
                <a:latin typeface="맑은 고딕"/>
              </a:rPr>
              <a:t>UnsubscribeNameMismatch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0000"/>
                </a:solidFill>
                <a:latin typeface="맑은 고딕"/>
              </a:rPr>
              <a:t>Exception.java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0" y="3209544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rocess 36"/>
          <p:cNvSpPr/>
          <p:nvPr/>
        </p:nvSpPr>
        <p:spPr>
          <a:xfrm>
            <a:off x="7772400" y="3410712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86800" y="3655771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rocess 38"/>
          <p:cNvSpPr/>
          <p:nvPr/>
        </p:nvSpPr>
        <p:spPr>
          <a:xfrm>
            <a:off x="7772400" y="3856939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86800" y="4101998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rocess 40"/>
          <p:cNvSpPr/>
          <p:nvPr/>
        </p:nvSpPr>
        <p:spPr>
          <a:xfrm>
            <a:off x="7772400" y="4303166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686800" y="4548225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ocument 42"/>
          <p:cNvSpPr/>
          <p:nvPr/>
        </p:nvSpPr>
        <p:spPr>
          <a:xfrm>
            <a:off x="7772400" y="4749393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unsubscribe.html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MyPage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Notification List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notification.html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25880" y="2104948"/>
            <a:ext cx="1554480" cy="20116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tbl_main_notification</a:t>
            </a:r>
          </a:p>
        </p:txBody>
      </p:sp>
      <p:pic>
        <p:nvPicPr>
          <p:cNvPr id="11" name="Picture 10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24404"/>
            <a:ext cx="457200" cy="4572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 flipV="1">
            <a:off x="2057400" y="2227477.5"/>
            <a:ext cx="594360.0" cy="325526.5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/>
          <p:cNvSpPr/>
          <p:nvPr/>
        </p:nvSpPr>
        <p:spPr>
          <a:xfrm>
            <a:off x="2651760" y="2104948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MyPageMapper.xml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350007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36544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MyPageMapper.java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78160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2968140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MyPageDAO.java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21319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3399736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0" name="Process 19"/>
          <p:cNvSpPr/>
          <p:nvPr/>
        </p:nvSpPr>
        <p:spPr>
          <a:xfrm>
            <a:off x="2651760" y="3399736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MyPageService.java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3644795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cess 21"/>
          <p:cNvSpPr/>
          <p:nvPr/>
        </p:nvSpPr>
        <p:spPr>
          <a:xfrm>
            <a:off x="2651760" y="3831332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MyPageController.java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07639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nector 23"/>
          <p:cNvSpPr/>
          <p:nvPr/>
        </p:nvSpPr>
        <p:spPr>
          <a:xfrm>
            <a:off x="3995928" y="4281216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459211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7" name="Connector 26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cess 28"/>
          <p:cNvSpPr/>
          <p:nvPr/>
        </p:nvSpPr>
        <p:spPr>
          <a:xfrm>
            <a:off x="7772400" y="2478024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2723083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cess 30"/>
          <p:cNvSpPr/>
          <p:nvPr/>
        </p:nvSpPr>
        <p:spPr>
          <a:xfrm>
            <a:off x="7772400" y="2924251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86800" y="3169310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rocess 32"/>
          <p:cNvSpPr/>
          <p:nvPr/>
        </p:nvSpPr>
        <p:spPr>
          <a:xfrm>
            <a:off x="7772400" y="3370478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86800" y="3615537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ocument 34"/>
          <p:cNvSpPr/>
          <p:nvPr/>
        </p:nvSpPr>
        <p:spPr>
          <a:xfrm>
            <a:off x="7772400" y="3816705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notification.html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MyPage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Activity History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experience.html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Search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38404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tbl_apply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tbl_experience_program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tbl_member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4985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744113.0"/>
            <a:ext cx="594360.0" cy="434340.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MyPageMapper.xml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ApplyListMapper.xml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94070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3127246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MyPageMapper.java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ApplyListMapper.java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520438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706975"/>
            <a:ext cx="2926080" cy="39319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MyPageDAO.java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ApplyListDAO.java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4100167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4286704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4286704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531763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4718300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MyPageController.java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963359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5168184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479080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31101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cess 31"/>
          <p:cNvSpPr/>
          <p:nvPr/>
        </p:nvSpPr>
        <p:spPr>
          <a:xfrm>
            <a:off x="7772400" y="2478024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2723083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cess 33"/>
          <p:cNvSpPr/>
          <p:nvPr/>
        </p:nvSpPr>
        <p:spPr>
          <a:xfrm>
            <a:off x="7772400" y="2924251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3169310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7772400" y="3370478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615537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cument 37"/>
          <p:cNvSpPr/>
          <p:nvPr/>
        </p:nvSpPr>
        <p:spPr>
          <a:xfrm>
            <a:off x="7772400" y="3816705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experience.html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Header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Header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header.html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Read Alarm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201168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tbl_main_notification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66973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670046.5"/>
            <a:ext cx="594360.0" cy="325526.5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IndividualAlramMapper.xml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792576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2979113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IndividualAlramMapper.java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224172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410709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IndividualAlramDAO.java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3655768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3842305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3842305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IndividualAlramService.java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087364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4273901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IndividualAlramController.java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51896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4723785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034681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286702"/>
            <a:ext cx="73152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 (PUT)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cess 31"/>
          <p:cNvSpPr/>
          <p:nvPr/>
        </p:nvSpPr>
        <p:spPr>
          <a:xfrm>
            <a:off x="7772400" y="2478024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2723083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cess 33"/>
          <p:cNvSpPr/>
          <p:nvPr/>
        </p:nvSpPr>
        <p:spPr>
          <a:xfrm>
            <a:off x="7772400" y="2924251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3169310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7772400" y="3370478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615537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cument 37"/>
          <p:cNvSpPr/>
          <p:nvPr/>
        </p:nvSpPr>
        <p:spPr>
          <a:xfrm>
            <a:off x="7772400" y="3816705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header.html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5486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4572000" cy="43891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맑은 고딕"/>
              </a:rPr>
              <a:t>Point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09728"/>
            <a:ext cx="548640" cy="27432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6464"/>
                </a:solidFill>
                <a:latin typeface="맑은 고딕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960120"/>
            <a:ext cx="978408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960120"/>
            <a:ext cx="9784080" cy="347472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맑은 고딕"/>
              </a:rPr>
              <a:t>Point Page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307592"/>
            <a:ext cx="0" cy="500176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cument 7"/>
          <p:cNvSpPr/>
          <p:nvPr/>
        </p:nvSpPr>
        <p:spPr>
          <a:xfrm>
            <a:off x="2651760" y="1673352"/>
            <a:ext cx="292608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point.html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918411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83280" y="2104948"/>
            <a:ext cx="1463040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Charge Button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36098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5880" y="2547517"/>
            <a:ext cx="1554480" cy="256032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tbl_point_details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</a:rPr>
              <a:t>tbl_individual_member</a:t>
            </a:r>
          </a:p>
        </p:txBody>
      </p:sp>
      <p:pic>
        <p:nvPicPr>
          <p:cNvPr id="13" name="Picture 12" descr="db_grou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821837"/>
            <a:ext cx="457200" cy="4572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2057400" y="2670046.5"/>
            <a:ext cx="594360.0" cy="380390.5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651760" y="2547517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PointDetailsMapper.xml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792576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2651760" y="2979113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PointDetailsMapper.java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3224172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cess 18"/>
          <p:cNvSpPr/>
          <p:nvPr/>
        </p:nvSpPr>
        <p:spPr>
          <a:xfrm>
            <a:off x="2651760" y="3410709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PointDetailsDAO.java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3655768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0200" y="3842305"/>
            <a:ext cx="914400" cy="245059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</a:rPr>
              <a:t>Transaction</a:t>
            </a:r>
          </a:p>
        </p:txBody>
      </p:sp>
      <p:sp>
        <p:nvSpPr>
          <p:cNvPr id="22" name="Process 21"/>
          <p:cNvSpPr/>
          <p:nvPr/>
        </p:nvSpPr>
        <p:spPr>
          <a:xfrm>
            <a:off x="2651760" y="3842305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PointService.java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087364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/>
          <p:cNvSpPr/>
          <p:nvPr/>
        </p:nvSpPr>
        <p:spPr>
          <a:xfrm>
            <a:off x="2651760" y="4273901"/>
            <a:ext cx="292608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PointController.java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518960"/>
            <a:ext cx="0" cy="186537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nector 25"/>
          <p:cNvSpPr/>
          <p:nvPr/>
        </p:nvSpPr>
        <p:spPr>
          <a:xfrm>
            <a:off x="3995928" y="4723785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034681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86702"/>
            <a:ext cx="457200" cy="22860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64008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맑은 고딕"/>
              </a:rPr>
              <a:t>Connect</a:t>
            </a:r>
          </a:p>
        </p:txBody>
      </p:sp>
      <p:sp>
        <p:nvSpPr>
          <p:cNvPr id="30" name="Connector 29"/>
          <p:cNvSpPr/>
          <p:nvPr/>
        </p:nvSpPr>
        <p:spPr>
          <a:xfrm>
            <a:off x="8567928" y="1984248"/>
            <a:ext cx="237744" cy="237744"/>
          </a:xfrm>
          <a:prstGeom prst="flowChartConnector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686800" y="2276856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ecision 31"/>
          <p:cNvSpPr/>
          <p:nvPr/>
        </p:nvSpPr>
        <p:spPr>
          <a:xfrm>
            <a:off x="8001000" y="2478024"/>
            <a:ext cx="1371600" cy="73152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77800" rIns="177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충전/취소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000000"/>
                </a:solidFill>
                <a:latin typeface="맑은 고딕"/>
              </a:rPr>
              <a:t>유효성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3218688"/>
            <a:ext cx="347472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752344"/>
            <a:ext cx="274320" cy="182880"/>
          </a:xfrm>
          <a:prstGeom prst="rect">
            <a:avLst/>
          </a:prstGeom>
          <a:noFill/>
        </p:spPr>
        <p:txBody>
          <a:bodyPr wrap="square" tIns="12700" bIns="12700" lIns="38100" rIns="381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맑은 고딕"/>
              </a:rPr>
              <a:t>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72600.0" y="2843784.0"/>
            <a:ext cx="347472.0" cy="0.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rocess 35"/>
          <p:cNvSpPr/>
          <p:nvPr/>
        </p:nvSpPr>
        <p:spPr>
          <a:xfrm>
            <a:off x="9720072" y="2715768"/>
            <a:ext cx="2011680" cy="256032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0000"/>
                </a:solidFill>
                <a:latin typeface="맑은 고딕"/>
              </a:rPr>
              <a:t>GlobalRestExceptionHandler.java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86800" y="3209544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rocess 37"/>
          <p:cNvSpPr/>
          <p:nvPr/>
        </p:nvSpPr>
        <p:spPr>
          <a:xfrm>
            <a:off x="7772400" y="3410712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service.js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86800" y="3655771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cess 39"/>
          <p:cNvSpPr/>
          <p:nvPr/>
        </p:nvSpPr>
        <p:spPr>
          <a:xfrm>
            <a:off x="7772400" y="3856939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layout.js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0" y="4101998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ocess 41"/>
          <p:cNvSpPr/>
          <p:nvPr/>
        </p:nvSpPr>
        <p:spPr>
          <a:xfrm>
            <a:off x="7772400" y="4303166"/>
            <a:ext cx="1828800" cy="245059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event.js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86800" y="4548225"/>
            <a:ext cx="0" cy="201168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cument 43"/>
          <p:cNvSpPr/>
          <p:nvPr/>
        </p:nvSpPr>
        <p:spPr>
          <a:xfrm>
            <a:off x="7772400" y="4749393"/>
            <a:ext cx="1828800" cy="245059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38100" r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</a:rPr>
              <a:t>point.html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