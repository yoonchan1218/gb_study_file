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9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7A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_ web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217920" y="365760"/>
            <a:ext cx="2560320" cy="25603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548640"/>
            <a:ext cx="201168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카테고리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10312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단계형 체험 플랫폼  |  취업 네트워킹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설명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103120" y="2377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취업의 문턱에서 좌절하거나 의지가 꺾인 분들을 위해,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체험을 통한 취업 의지를 다지는 단계형 체험 플랫폼입니다.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→ 스킬로그 포트폴리오 → Q&amp;A 커뮤니티 → 커리어 성장.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특징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103120" y="3200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단계형 체험 프로그램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A: 하루 체험  |  B: 체험→인턴  |  C: 체험→인턴→계약직  |  D: 체험→정규직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기업이 제공하는 체험 단계가 달라, 구직자가 맞는 단계를 선택 가능.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기획 배경 및 의도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8595360" cy="1920240"/>
          </a:xfrm>
          <a:prstGeom prst="rect">
            <a:avLst/>
          </a:prstGeom>
          <a:solidFill>
            <a:srgbClr val="F9FA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548640"/>
            <a:ext cx="8595360" cy="320040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66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배경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46.6%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코로나19 회복 효과 반등.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임금근로 일자리 7월 이후 둔화.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606040" y="960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46.5%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06040" y="1444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구조적 균열 본격화.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단시간 노동자/비정규직 증가.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0" y="960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46.1%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1444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경력직 선호 강화.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신입 경력자 비중 28.1% 증가.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903720" y="960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0372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03720" y="1444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양질 일자리 부족.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경력 채용 쏠림, 관세전쟁 영향.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651760"/>
            <a:ext cx="8595360" cy="2194560"/>
          </a:xfrm>
          <a:prstGeom prst="rect">
            <a:avLst/>
          </a:prstGeom>
          <a:solidFill>
            <a:srgbClr val="F9FA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651760"/>
            <a:ext cx="8595360" cy="320040"/>
          </a:xfrm>
          <a:prstGeom prst="rect">
            <a:avLst/>
          </a:prstGeom>
          <a:solidFill>
            <a:srgbClr val="2D7A5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의도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TRY-CATCH는 '경험의 격차' 문제를 해결하기 위해 기획되었습니다.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구직자들이 '경험이 없어서 취업이 안 되고, 취업이 안 되어서 경험을 못 쌓는' 악순환에 빠져 있습니다.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동시에 기업들은 서류만으로는 지원자의 실무 능력을 판단하기 어렵습니다.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TRY-CATCH는 기업이 체험형 프로그램을 등록하고, 개인이 이에 지원하여 실무 경험을 쌓을 수 있는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양방향 플랫폼입니다. 체험 완료 후에는 스킬로그로 포트폴리오를 작성하고,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커뮤니티에서 직무 정보를 공유하며, 자연스럽게 커리어를 성장시킬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서비스 기능 및 화면 리스트    사용자 WEB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0" y="73152"/>
            <a:ext cx="27432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A9D6E"/>
            </a:solidFill>
            <a:prstDash val="dash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78040" y="548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담당한 화면 표시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" y="502920"/>
            <a:ext cx="1371600" cy="237744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54480" y="502920"/>
            <a:ext cx="1371600" cy="237744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926080" y="502920"/>
            <a:ext cx="2194560" cy="237744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82880" y="5029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GNB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54480" y="5029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(2depth)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26080" y="50292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설명 (3depth)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2880" y="740664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554480" y="740664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926080" y="740664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28600" y="7406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00. [서비스 시작]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회원가입, 로그인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971800" y="7406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가입정보 입력 및 계정 생성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82880" y="978408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554480" y="978408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926080" y="978408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971800" y="9784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계정 간편 로그인 가능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이메일, 비밀번호, 이름 등 가입 필수 정보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82880" y="1216152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554480" y="1216152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926080" y="1216152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971800" y="12161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 아이디 사용 가능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82880" y="1453896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554480" y="1453896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2926080" y="1453896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28600" y="14538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[서비스 소개]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600200" y="14538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소개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971800" y="14538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소개, TOP10 체험 공고 표시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82880" y="1691640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554480" y="1691640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926080" y="1691640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28600" y="16916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[체험 정보]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600200" y="16916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공고 목록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971800" y="169164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프로그램 목록, 필터, 검색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82880" y="1929384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554480" y="1929384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2926080" y="1929384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600200" y="19293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공고 상세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971800" y="19293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상세 정보, 지원하기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82880" y="2167128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554480" y="2167128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2926080" y="2167128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28600" y="21671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[기술 블로그]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600200" y="21671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블로그 목록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971800" y="2167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 목록, 태그 필터, 검색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82880" y="2404872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1554480" y="2404872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2926080" y="2404872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1600200" y="24048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블로그 작성/상세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2971800" y="24048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 작성, 상세보기, 댓글, 좋아요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82880" y="2642616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1554480" y="2642616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2926080" y="2642616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1600200" y="26426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2971800" y="26426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기술 블로그 통계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82880" y="2880360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1554480" y="2880360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2926080" y="2880360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228600" y="28803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[커뮤니티(Q&amp;A)]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600200" y="28803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목록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971800" y="28803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목록, 검색, 정렬, 배너, 사이드바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182880" y="3118104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65" name="Shape 63"/>
          <p:cNvSpPr/>
          <p:nvPr/>
        </p:nvSpPr>
        <p:spPr>
          <a:xfrm>
            <a:off x="1554480" y="3118104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2926080" y="3118104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600200" y="31181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작성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2971800" y="311810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선택(직무/기업/동문), 파일 첨부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182880" y="3355848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1554480" y="3355848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2926080" y="3355848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1600200" y="33558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상세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2971800" y="33558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상세, 댓글/답변, 좋아요, 신고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182880" y="3593592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75" name="Shape 73"/>
          <p:cNvSpPr/>
          <p:nvPr/>
        </p:nvSpPr>
        <p:spPr>
          <a:xfrm>
            <a:off x="1554480" y="3593592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2926080" y="3593592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1600200" y="35935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수정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2971800" y="35935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수정, 첨부파일 관리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146304" y="2852928"/>
            <a:ext cx="5010912" cy="1005840"/>
          </a:xfrm>
          <a:prstGeom prst="rect">
            <a:avLst/>
          </a:prstGeom>
          <a:noFill/>
          <a:ln w="19050">
            <a:solidFill>
              <a:srgbClr val="006E3F"/>
            </a:solidFill>
            <a:prstDash val="solid"/>
          </a:ln>
        </p:spPr>
        <p:txBody>
          <a:bodyPr/>
          <a:p/>
        </p:txBody>
      </p:sp>
      <p:sp>
        <p:nvSpPr>
          <p:cNvPr id="80" name="Shape 78"/>
          <p:cNvSpPr/>
          <p:nvPr/>
        </p:nvSpPr>
        <p:spPr>
          <a:xfrm>
            <a:off x="5120640" y="502920"/>
            <a:ext cx="1188720" cy="237744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81" name="Shape 79"/>
          <p:cNvSpPr/>
          <p:nvPr/>
        </p:nvSpPr>
        <p:spPr>
          <a:xfrm>
            <a:off x="6309360" y="502920"/>
            <a:ext cx="1188720" cy="237744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82" name="Shape 80"/>
          <p:cNvSpPr/>
          <p:nvPr/>
        </p:nvSpPr>
        <p:spPr>
          <a:xfrm>
            <a:off x="7498080" y="502920"/>
            <a:ext cx="1645920" cy="237744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5120640" y="50292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GNB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6309360" y="50292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(2depth)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7498080" y="5029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설명 (3depth)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120640" y="740664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87" name="Shape 85"/>
          <p:cNvSpPr/>
          <p:nvPr/>
        </p:nvSpPr>
        <p:spPr>
          <a:xfrm>
            <a:off x="6309360" y="740664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88" name="Shape 86"/>
          <p:cNvSpPr/>
          <p:nvPr/>
        </p:nvSpPr>
        <p:spPr>
          <a:xfrm>
            <a:off x="7498080" y="740664"/>
            <a:ext cx="16459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5166360" y="7406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[마이페이지]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6355080" y="7406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메인/프로필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7543800" y="74066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프로필, 활동 통계, 추천 공고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5120640" y="978408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6309360" y="978408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94" name="Shape 92"/>
          <p:cNvSpPr/>
          <p:nvPr/>
        </p:nvSpPr>
        <p:spPr>
          <a:xfrm>
            <a:off x="7498080" y="978408"/>
            <a:ext cx="16459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6355080" y="9784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수정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7543800" y="97840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이름, 생년월일, 학력, 연락처 수정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5120640" y="1216152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98" name="Shape 96"/>
          <p:cNvSpPr/>
          <p:nvPr/>
        </p:nvSpPr>
        <p:spPr>
          <a:xfrm>
            <a:off x="6309360" y="1216152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99" name="Shape 97"/>
          <p:cNvSpPr/>
          <p:nvPr/>
        </p:nvSpPr>
        <p:spPr>
          <a:xfrm>
            <a:off x="7498080" y="1216152"/>
            <a:ext cx="16459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00" name="Text 98"/>
          <p:cNvSpPr/>
          <p:nvPr/>
        </p:nvSpPr>
        <p:spPr>
          <a:xfrm>
            <a:off x="6355080" y="12161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목록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7543800" y="12161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날짜별 그룹, 유형별 필터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5120640" y="1453896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103" name="Shape 101"/>
          <p:cNvSpPr/>
          <p:nvPr/>
        </p:nvSpPr>
        <p:spPr>
          <a:xfrm>
            <a:off x="6309360" y="1453896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04" name="Shape 102"/>
          <p:cNvSpPr/>
          <p:nvPr/>
        </p:nvSpPr>
        <p:spPr>
          <a:xfrm>
            <a:off x="7498080" y="1453896"/>
            <a:ext cx="16459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6355080" y="14538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내역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7543800" y="14538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체험지원 현황, 상태 필터, 지원 취소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5120640" y="1691640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108" name="Shape 106"/>
          <p:cNvSpPr/>
          <p:nvPr/>
        </p:nvSpPr>
        <p:spPr>
          <a:xfrm>
            <a:off x="6309360" y="1691640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09" name="Shape 107"/>
          <p:cNvSpPr/>
          <p:nvPr/>
        </p:nvSpPr>
        <p:spPr>
          <a:xfrm>
            <a:off x="7498080" y="1691640"/>
            <a:ext cx="16459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10" name="Text 108"/>
          <p:cNvSpPr/>
          <p:nvPr/>
        </p:nvSpPr>
        <p:spPr>
          <a:xfrm>
            <a:off x="6355080" y="16916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탈퇴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7543800" y="16916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주의사항, 본인 확인, 탈퇴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5120640" y="1929384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13" name="Shape 111"/>
          <p:cNvSpPr/>
          <p:nvPr/>
        </p:nvSpPr>
        <p:spPr>
          <a:xfrm>
            <a:off x="6309360" y="1929384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14" name="Shape 112"/>
          <p:cNvSpPr/>
          <p:nvPr/>
        </p:nvSpPr>
        <p:spPr>
          <a:xfrm>
            <a:off x="7498080" y="1929384"/>
            <a:ext cx="16459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15" name="Text 113"/>
          <p:cNvSpPr/>
          <p:nvPr/>
        </p:nvSpPr>
        <p:spPr>
          <a:xfrm>
            <a:off x="5166360" y="19293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[공통]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6355080" y="19293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(GNB)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7543800" y="192938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로고, 검색, 드롭다운, 로그인 상태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5120640" y="2167128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119" name="Shape 117"/>
          <p:cNvSpPr/>
          <p:nvPr/>
        </p:nvSpPr>
        <p:spPr>
          <a:xfrm>
            <a:off x="6309360" y="2167128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20" name="Shape 118"/>
          <p:cNvSpPr/>
          <p:nvPr/>
        </p:nvSpPr>
        <p:spPr>
          <a:xfrm>
            <a:off x="7498080" y="2167128"/>
            <a:ext cx="16459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21" name="Text 119"/>
          <p:cNvSpPr/>
          <p:nvPr/>
        </p:nvSpPr>
        <p:spPr>
          <a:xfrm>
            <a:off x="6355080" y="21671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푸터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7543800" y="21671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회사소개, 이용약관, 고객센터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5120640" y="2404872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24" name="Shape 122"/>
          <p:cNvSpPr/>
          <p:nvPr/>
        </p:nvSpPr>
        <p:spPr>
          <a:xfrm>
            <a:off x="6309360" y="2404872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25" name="Shape 123"/>
          <p:cNvSpPr/>
          <p:nvPr/>
        </p:nvSpPr>
        <p:spPr>
          <a:xfrm>
            <a:off x="7498080" y="2404872"/>
            <a:ext cx="16459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26" name="Text 124"/>
          <p:cNvSpPr/>
          <p:nvPr/>
        </p:nvSpPr>
        <p:spPr>
          <a:xfrm>
            <a:off x="5166360" y="24048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[포인트]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6355080" y="24048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 관리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7543800" y="24048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 내역, 충전, 취소</a:t>
            </a:r>
            <a:endParaRPr lang="en-US" sz="700" dirty="0"/>
          </a:p>
        </p:txBody>
      </p:sp>
      <p:sp>
        <p:nvSpPr>
          <p:cNvPr id="129" name="Shape 127"/>
          <p:cNvSpPr/>
          <p:nvPr/>
        </p:nvSpPr>
        <p:spPr>
          <a:xfrm>
            <a:off x="5120640" y="2642616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30" name="Shape 128"/>
          <p:cNvSpPr/>
          <p:nvPr/>
        </p:nvSpPr>
        <p:spPr>
          <a:xfrm>
            <a:off x="6309360" y="2642616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31" name="Shape 129"/>
          <p:cNvSpPr/>
          <p:nvPr/>
        </p:nvSpPr>
        <p:spPr>
          <a:xfrm>
            <a:off x="7498080" y="2642616"/>
            <a:ext cx="16459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32" name="Text 130"/>
          <p:cNvSpPr/>
          <p:nvPr/>
        </p:nvSpPr>
        <p:spPr>
          <a:xfrm>
            <a:off x="5166360" y="26426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 [기업 포털]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6355080" y="26426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홈/프로필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7543800" y="26426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대시보드, 정보 수정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5120640" y="2880360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136" name="Shape 134"/>
          <p:cNvSpPr/>
          <p:nvPr/>
        </p:nvSpPr>
        <p:spPr>
          <a:xfrm>
            <a:off x="6309360" y="2880360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37" name="Shape 135"/>
          <p:cNvSpPr/>
          <p:nvPr/>
        </p:nvSpPr>
        <p:spPr>
          <a:xfrm>
            <a:off x="7498080" y="2880360"/>
            <a:ext cx="16459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38" name="Text 136"/>
          <p:cNvSpPr/>
          <p:nvPr/>
        </p:nvSpPr>
        <p:spPr>
          <a:xfrm>
            <a:off x="6355080" y="28803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관리</a:t>
            </a:r>
            <a:endParaRPr lang="en-US" sz="700" dirty="0"/>
          </a:p>
        </p:txBody>
      </p:sp>
      <p:sp>
        <p:nvSpPr>
          <p:cNvPr id="139" name="Text 137"/>
          <p:cNvSpPr/>
          <p:nvPr/>
        </p:nvSpPr>
        <p:spPr>
          <a:xfrm>
            <a:off x="7543800" y="28803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초대(이메일), 삭제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5120640" y="3118104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141" name="Shape 139"/>
          <p:cNvSpPr/>
          <p:nvPr/>
        </p:nvSpPr>
        <p:spPr>
          <a:xfrm>
            <a:off x="6309360" y="3118104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42" name="Shape 140"/>
          <p:cNvSpPr/>
          <p:nvPr/>
        </p:nvSpPr>
        <p:spPr>
          <a:xfrm>
            <a:off x="7498080" y="3118104"/>
            <a:ext cx="16459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43" name="Text 141"/>
          <p:cNvSpPr/>
          <p:nvPr/>
        </p:nvSpPr>
        <p:spPr>
          <a:xfrm>
            <a:off x="6355080" y="31181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관리</a:t>
            </a:r>
            <a:endParaRPr lang="en-US" sz="700" dirty="0"/>
          </a:p>
        </p:txBody>
      </p:sp>
      <p:sp>
        <p:nvSpPr>
          <p:cNvPr id="144" name="Text 142"/>
          <p:cNvSpPr/>
          <p:nvPr/>
        </p:nvSpPr>
        <p:spPr>
          <a:xfrm>
            <a:off x="7543800" y="31181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프로그램 등록/수정/삭제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5120640" y="3355848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146" name="Shape 144"/>
          <p:cNvSpPr/>
          <p:nvPr/>
        </p:nvSpPr>
        <p:spPr>
          <a:xfrm>
            <a:off x="6309360" y="3355848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47" name="Shape 145"/>
          <p:cNvSpPr/>
          <p:nvPr/>
        </p:nvSpPr>
        <p:spPr>
          <a:xfrm>
            <a:off x="7498080" y="3355848"/>
            <a:ext cx="16459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48" name="Text 146"/>
          <p:cNvSpPr/>
          <p:nvPr/>
        </p:nvSpPr>
        <p:spPr>
          <a:xfrm>
            <a:off x="6355080" y="33558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지원자/참여자</a:t>
            </a:r>
            <a:endParaRPr lang="en-US" sz="700" dirty="0"/>
          </a:p>
        </p:txBody>
      </p:sp>
      <p:sp>
        <p:nvSpPr>
          <p:cNvPr id="149" name="Text 147"/>
          <p:cNvSpPr/>
          <p:nvPr/>
        </p:nvSpPr>
        <p:spPr>
          <a:xfrm>
            <a:off x="7543800" y="33558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합격/불합격/완료 처리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5084064" y="713232"/>
            <a:ext cx="4014216" cy="1243584"/>
          </a:xfrm>
          <a:prstGeom prst="rect">
            <a:avLst/>
          </a:prstGeom>
          <a:noFill/>
          <a:ln w="19050">
            <a:solidFill>
              <a:srgbClr val="006E3F"/>
            </a:solidFill>
            <a:prstDash val="solid"/>
          </a:ln>
        </p:spPr>
        <p:txBody>
          <a:bodyPr/>
          <a:p/>
        </p:txBody>
      </p:sp>
      <p:sp>
        <p:nvSpPr>
          <p:cNvPr id="151" name="Shape 149"/>
          <p:cNvSpPr/>
          <p:nvPr/>
        </p:nvSpPr>
        <p:spPr>
          <a:xfrm>
            <a:off x="5084064" y="1901952"/>
            <a:ext cx="4014216" cy="530352"/>
          </a:xfrm>
          <a:prstGeom prst="rect">
            <a:avLst/>
          </a:prstGeom>
          <a:noFill/>
          <a:ln w="19050">
            <a:solidFill>
              <a:srgbClr val="006E3F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메뉴트리 (Information Architecture)    사용자 WEB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4747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초록색 점선 = 김윤찬 담당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144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로그인/회원가입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4864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4864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1133856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가입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4864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1371600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가입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4864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1609344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23444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소개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69164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9164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0136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0136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서비스소개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28600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정보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74320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5292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5292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공고 목록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74320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52928" y="1133856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5292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공고 상세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33756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3756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블로그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79476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9476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0448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0448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79476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9476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904488" y="1133856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0448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79476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9476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04488" y="1371600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0448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79476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9476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904488" y="1609344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0448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794760" y="1792224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94760" y="1938528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04488" y="1847088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04488" y="18470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48056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006E3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8056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493776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3776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47488" y="896112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4748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93776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93776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047488" y="1133856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4748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93776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93776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047488" y="1371600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4748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93776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93776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047488" y="1609344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04748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562356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006E3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2356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마이페이지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608076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8076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190488" y="896112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9048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608076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08076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190488" y="1133856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19048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608076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8076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90488" y="1371600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19048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정보수정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608076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08076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90488" y="1609344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19048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6080760" y="1792224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080760" y="1938528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190488" y="1847088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190488" y="18470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활동내역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6080760" y="202996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080760" y="217627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190488" y="2084832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190488" y="20848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회원탈퇴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690372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90372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포털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736092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36092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47064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47064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홈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736092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36092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70648" y="1133856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47064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736092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36092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70648" y="1371600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47064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736092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36092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70648" y="1609344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47064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7360920" y="1792224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360920" y="1938528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470648" y="1847088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470648" y="18470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지원자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7360920" y="202996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360920" y="217627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470648" y="208483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470648" y="20848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참여자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91440" y="42976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006E3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1440" y="4297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컴포넌트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1005840" y="4398264"/>
            <a:ext cx="1828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188720" y="4297680"/>
            <a:ext cx="914400" cy="201168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188720" y="4297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헤더(GNB)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1005840" y="4398264"/>
            <a:ext cx="1280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286000" y="4297680"/>
            <a:ext cx="914400" cy="201168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286000" y="4297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푸터(Footer)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1005840" y="4398264"/>
            <a:ext cx="23774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383280" y="4297680"/>
            <a:ext cx="9144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383280" y="4297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〈Q&amp;A 목록 (취업톡톡)〉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3166693" cy="4151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3130117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97760" y="848106"/>
            <a:ext cx="515238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3312997" y="720090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312997" y="72009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63183" y="992124"/>
            <a:ext cx="2549814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312997" y="86410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312997" y="8641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171736" y="1115568"/>
            <a:ext cx="1141261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3312997" y="987552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312997" y="987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171736" y="1815084"/>
            <a:ext cx="1141261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3312997" y="168706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312997" y="16870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63183" y="1815084"/>
            <a:ext cx="2549814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3312997" y="168706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3312997" y="16870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171736" y="3995928"/>
            <a:ext cx="1141261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3312997" y="3867912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3312997" y="38679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171736" y="4572000"/>
            <a:ext cx="1141261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3312997" y="4443984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3312997" y="44439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678757" y="384048"/>
            <a:ext cx="53738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목록 (취업톡톡) 화면 영역 설명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678757" y="594360"/>
            <a:ext cx="5373803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678757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907357" y="68580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(GNB)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907357" y="82296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로고, 검색, 메뉴 드롭다운, 로그인 상태, 포인트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3678757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907357" y="118872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사이드바 프로필/질문 작성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907357" y="132588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프로필(닉네임, 레벨, 글/질문 수), 질문·목록 토글 버튼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3678757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907357" y="169164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배너 캐러셀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3907357" y="182880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추천/인기 질문 슬라이더 배너 (자동 슬라이드)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3678757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3907357" y="219456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질문 목록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3907357" y="233172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 탭(최신/인기/좋아요/댓글), 질문 카드, 페이지네이션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3678757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3907357" y="269748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사이드바 인기/최신 질문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3907357" y="283464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TOP5, 최신 질문 위젯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3678757" y="32004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F.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3907357" y="320040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질문 하단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3907357" y="333756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인기 질문 카드형 목록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3678757" y="37033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G.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3907357" y="370332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푸터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3907357" y="384048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배너, 공지사항, 회사정보, 고객센터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〈Q&amp;A 작성〉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286396" cy="4151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24982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112034" y="1033272"/>
            <a:ext cx="1320666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432700" y="905256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432700" y="905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12034" y="1485900"/>
            <a:ext cx="1320666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432700" y="1357884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432700" y="13578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12034" y="2226564"/>
            <a:ext cx="1320666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432700" y="209854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432700" y="20985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112034" y="3172968"/>
            <a:ext cx="1320666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432700" y="3044952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432700" y="30449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112034" y="4078224"/>
            <a:ext cx="1320666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432700" y="395020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432700" y="3950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798460" y="384048"/>
            <a:ext cx="425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작성 화면 영역 설명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98460" y="594360"/>
            <a:ext cx="425410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79846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027060" y="685800"/>
            <a:ext cx="4025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대상 선택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027060" y="822960"/>
            <a:ext cx="40255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직무선배/기업선배/동문 체크박스, 레이어 모달 카테고리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79846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027060" y="1188720"/>
            <a:ext cx="4025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제목 입력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027060" y="1325880"/>
            <a:ext cx="40255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제목 텍스트 필드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79846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027060" y="1691640"/>
            <a:ext cx="4025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내용 에디터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027060" y="1828800"/>
            <a:ext cx="40255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작성, 이미지/파일 첨부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79846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027060" y="2194560"/>
            <a:ext cx="4025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등록/취소 버튼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7060" y="2331720"/>
            <a:ext cx="40255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질문하기/취소, 유효성 검사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4798460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027060" y="2697480"/>
            <a:ext cx="4025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주의사항/푸터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7060" y="2834640"/>
            <a:ext cx="40255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정책 안내, 회사 정보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4798460" y="3154680"/>
            <a:ext cx="42541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선택 확대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4798460" y="3291840"/>
            <a:ext cx="2839865" cy="111556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p/>
        </p:txBody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604" y="3300984"/>
            <a:ext cx="2821577" cy="109728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〈Q&amp;A 상세〉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608576" cy="3660838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572000" cy="362426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1560" y="1148810"/>
            <a:ext cx="37033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754880" y="1020794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754880" y="102079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08960" y="1221295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54880" y="1093280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754880" y="1093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08960" y="2236089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754880" y="2108073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754880" y="2108073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108960" y="2671001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754880" y="2542985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754880" y="2542985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108960" y="3685794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754880" y="355777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754880" y="355777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20640" y="384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상세 화면 영역 설명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20640" y="594360"/>
            <a:ext cx="393192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12064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49240" y="68580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사이드바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49240" y="82296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프로필, 인기/최신 질문 위젯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12064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349240" y="118872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상세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49240" y="132588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태그, 제목, 조회수, 본문(이미지), 작성자 프로필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12064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49240" y="169164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좋아요/공유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349240" y="182880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 토글(비동기), 공유하기, 좋아요 수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12064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349240" y="21945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댓글 영역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349240" y="233172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댓글 목록, 대댓글 스레드, 작성 폼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120640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349240" y="269748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목록보기/푸터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349240" y="283464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 돌아가기, 광고 배너, 회사 정보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〈Q&amp;A 수정〉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440375" cy="4151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403799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19820" y="1033272"/>
            <a:ext cx="136686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586679" y="905256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586679" y="905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19820" y="1609344"/>
            <a:ext cx="136686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86679" y="148132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586679" y="14813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19820" y="2843784"/>
            <a:ext cx="136686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586679" y="271576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586679" y="2715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19820" y="3255264"/>
            <a:ext cx="136686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586679" y="312724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586679" y="3127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19820" y="4283964"/>
            <a:ext cx="136686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586679" y="415594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586679" y="41559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952439" y="384048"/>
            <a:ext cx="41001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수정 화면 영역 설명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952439" y="594360"/>
            <a:ext cx="4100121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952439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181039" y="685800"/>
            <a:ext cx="387152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수정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181039" y="822960"/>
            <a:ext cx="387152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선택값 유지 및 변경 가능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952439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181039" y="1188720"/>
            <a:ext cx="387152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제목/내용 수정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181039" y="1325880"/>
            <a:ext cx="387152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제목/내용 프리로드, 수정 에디터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952439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181039" y="1691640"/>
            <a:ext cx="387152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첨부파일 관리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181039" y="1828800"/>
            <a:ext cx="387152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파일 삭제 + 새 파일 추가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952439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181039" y="2194560"/>
            <a:ext cx="387152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수정/취소 버튼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181039" y="2331720"/>
            <a:ext cx="387152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수정하기/취소, 유효성 검사 후 전송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4952439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181039" y="2697480"/>
            <a:ext cx="387152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주의사항/푸터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181039" y="2834640"/>
            <a:ext cx="387152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정책 안내, 회사 정보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〈공통 푸터 (Footer)〉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608576" cy="260832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572000" cy="25717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108960" y="2535174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754880" y="240715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754880" y="240715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08960" y="2792349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54880" y="2664333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754880" y="2664333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08960" y="2998089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754880" y="2870073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754880" y="2870073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108960" y="3178112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754880" y="3050096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754880" y="30500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120640" y="384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푸터 (Footer) 화면 영역 설명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120640" y="594360"/>
            <a:ext cx="393192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12064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349240" y="68580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배너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349240" y="82296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공고 광고 배너, 교육생 모집/채용 안내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12064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49240" y="118872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공지사항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49240" y="132588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 주요 공지사항 롤링 표시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12064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349240" y="169164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 정보 링크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49240" y="182880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회사소개, 이용약관, 개인정보처리방침, 고객센터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12064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49240" y="21945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고객센터/저작권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349240" y="233172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전화, 운영시간, FAX, 이메일, ©표시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〈마이페이지 메인/프로필〉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3955433" cy="4151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3918857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9046" y="992124"/>
            <a:ext cx="3572691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101737" y="86410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101737" y="8641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116874" y="909828"/>
            <a:ext cx="2984863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101737" y="781812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101737" y="7818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880360" y="1280160"/>
            <a:ext cx="1221377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101737" y="1152144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101737" y="11521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880360" y="1691640"/>
            <a:ext cx="1221377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101737" y="1563624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101737" y="15636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880360" y="2103120"/>
            <a:ext cx="1221377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101737" y="1975104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101737" y="19751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880360" y="3255264"/>
            <a:ext cx="1221377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4101737" y="312724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101737" y="3127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467497" y="384048"/>
            <a:ext cx="4585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마이페이지 메인/프로필 화면 영역 설명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467497" y="594360"/>
            <a:ext cx="4585063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467497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696097" y="685800"/>
            <a:ext cx="435646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 네비게이션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696097" y="822960"/>
            <a:ext cx="435646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개인회원 홈, 기술블로그, 체험지원, QnA, 회원정보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467497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696097" y="1188720"/>
            <a:ext cx="435646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카드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696097" y="1325880"/>
            <a:ext cx="435646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사진 업로드, 닉네임, 레벨, 포인트, 게시글/질문 수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467497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696097" y="1691640"/>
            <a:ext cx="435646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 공고 캐러셀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696097" y="1828800"/>
            <a:ext cx="435646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체험 공고 슬라이더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4467497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696097" y="2194560"/>
            <a:ext cx="435646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취업톡톡 영역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696097" y="2331720"/>
            <a:ext cx="435646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Q&amp;A 요약, 태그/카테고리 배지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4467497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696097" y="2697480"/>
            <a:ext cx="435646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체험공고/TOP100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696097" y="2834640"/>
            <a:ext cx="435646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프로그램, TOP100 추천 카드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467497" y="32004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F.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696097" y="3200400"/>
            <a:ext cx="435646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매칭 (탭)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696097" y="3337560"/>
            <a:ext cx="435646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본 공고/스크랩 공고 탭 전환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4467497" y="3657600"/>
            <a:ext cx="45850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카드 확대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4467497" y="3794760"/>
            <a:ext cx="1585831" cy="111556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p/>
        </p:txBody>
      </p:sp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641" y="3803904"/>
            <a:ext cx="1567543" cy="1097280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〈개인정보 수정〉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608576" cy="260832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572000" cy="25717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94560" y="812102"/>
            <a:ext cx="25603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754880" y="684085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754880" y="684085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94560" y="992124"/>
            <a:ext cx="25603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54880" y="86410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754880" y="8641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194560" y="1249299"/>
            <a:ext cx="25603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754880" y="1121283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754880" y="1121283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194560" y="1557909"/>
            <a:ext cx="25603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754880" y="1429893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754880" y="1429893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423160" y="1866519"/>
            <a:ext cx="23317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754880" y="1738503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754880" y="1738503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20640" y="384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수정 화면 영역 설명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20640" y="594360"/>
            <a:ext cx="393192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12064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49240" y="68580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제목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49240" y="82296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'회원정보 수정' 타이틀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12064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349240" y="118872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 (읽기전용)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49240" y="132588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아이디 표시 (수정 불가)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12064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49240" y="169164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정보 폼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349240" y="182880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이름, 생년월일 드롭다운, 성별 라디오, 학력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12064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349240" y="21945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 정보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349240" y="233172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휴대폰, 일반전화, 이메일(@도메인)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120640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349240" y="269748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수정하기/취소 버튼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349240" y="283464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폼 제출, 유효성 검증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〈알림 목록〉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608576" cy="2639282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572000" cy="260270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306925"/>
            <a:ext cx="41605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754880" y="1178909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754880" y="1178909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965960" y="1150763"/>
            <a:ext cx="2788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54880" y="1022747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754880" y="1022747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566160" y="1150763"/>
            <a:ext cx="11887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754880" y="1022747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754880" y="1022747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423160" y="1515142"/>
            <a:ext cx="23317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754880" y="1387126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754880" y="138712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120640" y="384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목록 화면 영역 설명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120640" y="594360"/>
            <a:ext cx="393192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12064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349240" y="68580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 네비게이션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349240" y="82296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개인회원 홈, 기술블로그, 체험지원, QnA, 회원정보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12064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49240" y="118872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 알림 타이틀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49240" y="132588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'수신 알림', 최근 30일 알림 안내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12064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349240" y="169164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유형별 필터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49240" y="182880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전체/취업톡톡/체험지원/기술블로그 필터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12064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49240" y="21945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목록/빈 상태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349240" y="233172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날짜별 그룹핑 또는 '알림 없음' 안내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〈활동 내역 (체험지원 현황)〉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608576" cy="3939445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572000" cy="390286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108960" y="1098614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754880" y="970598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754880" y="97059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08960" y="1449872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54880" y="1321856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754880" y="13218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08960" y="2152388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754880" y="2024372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754880" y="20243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108960" y="2737818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754880" y="2609802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754880" y="260980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108960" y="3518392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754880" y="3390376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754880" y="33903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20640" y="384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내역 (체험지원 현황) 화면 영역 설명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20640" y="594360"/>
            <a:ext cx="393192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12064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49240" y="68580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요약 카드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49240" y="82296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참여완료/참여중/심사완료/심사중 카운트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12064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349240" y="118872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날짜/필터 검색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49240" y="132588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조회기간, 날짜, 진행/열람/지원상태 필터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12064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49240" y="169164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내역 목록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349240" y="182880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기업명, 프로그램, 지원분야, 지원취소 버튼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12064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349240" y="21945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페이지네이션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349240" y="233172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 결과 페이지 분할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120640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349240" y="269748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주의사항/푸터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349240" y="283464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유의사항 5가지, 광고 배너, 회사 정보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5120640" y="315468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카드 + 필터 영역 확대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5120640" y="3291840"/>
            <a:ext cx="3529584" cy="111556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p/>
        </p:txBody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784" y="3300984"/>
            <a:ext cx="3511296" cy="109728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〈회원 탈퇴〉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608576" cy="3246501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572000" cy="32099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108960" y="850583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754880" y="722567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754880" y="722567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08960" y="1299972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54880" y="1171956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754880" y="11719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08960" y="1813560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754880" y="1685544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754880" y="16855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108960" y="2134553"/>
            <a:ext cx="164592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754880" y="2006537"/>
            <a:ext cx="256032" cy="256032"/>
          </a:xfrm>
          <a:prstGeom prst="rect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754880" y="2006537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120640" y="384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탈퇴 화면 영역 설명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120640" y="594360"/>
            <a:ext cx="393192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12064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349240" y="68580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탈퇴 전용 헤더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349240" y="82296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로고, '회원정보 관리', 수정/탈퇴 탭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12064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49240" y="118872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 경고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49240" y="132588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불가, ID 재사용 불가, 동시 탈퇴, 데이터 삭제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12064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349240" y="169164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확인 폼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49240" y="182880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아이디(읽기전용), 탈퇴요청자 이름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12064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49240" y="21945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및 탈퇴 버튼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349240" y="233172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체크박스 → 탈퇴하기 활성화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120640" y="306324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잘못된 이름 입력 시 오류 화면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5120640" y="3200400"/>
            <a:ext cx="1969008" cy="111556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p/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784" y="3209544"/>
            <a:ext cx="1950720" cy="109728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〈공통 헤더 및 드롭다운〉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28016" y="795528"/>
            <a:ext cx="3269488" cy="184708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04672"/>
            <a:ext cx="325120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" y="64008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전 - GNB 드롭다운 + 기업서비스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654296" y="795528"/>
            <a:ext cx="3269488" cy="184708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04672"/>
            <a:ext cx="3251200" cy="1828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64008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후 - 메인 화면 (프로필 표시)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128016" y="2916936"/>
            <a:ext cx="3594608" cy="202996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2926080"/>
            <a:ext cx="3576320" cy="20116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" y="2761488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검색바 - 자동완성 / 자동완성 끄기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4663440" y="27432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헤더 주요 기능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663440" y="3017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892040" y="3017520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GNB 드롭다운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4892040" y="314553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서비스소개/체험정보/기술블로그/커뮤니티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hover 시 하위 메뉴 표시</a:t>
            </a:r>
            <a:endParaRPr lang="en-US" sz="700" dirty="0"/>
          </a:p>
        </p:txBody>
      </p:sp>
      <p:sp>
        <p:nvSpPr>
          <p:cNvPr id="18" name="Text 13"/>
          <p:cNvSpPr/>
          <p:nvPr/>
        </p:nvSpPr>
        <p:spPr>
          <a:xfrm>
            <a:off x="4663440" y="34015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892040" y="3401568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기업서비스 드롭다운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4892040" y="352958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비로그인 시 기업서비스 버튼 클릭 →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신청하기/개인회원 홈 안내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4663440" y="37856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892040" y="3785616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드롭다운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4892040" y="391363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후 회원 이름 클릭 → 개인회원홈/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기술블로그/체험지원/정보수정/로그아웃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4663440" y="416966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892040" y="4169664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검색바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892040" y="429768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자동완성 드롭다운,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자동완성 끄기/닫기 토글 기능</a:t>
            </a:r>
            <a:endParaRPr lang="en-US" sz="700" dirty="0"/>
          </a:p>
        </p:txBody>
      </p:sp>
      <p:sp>
        <p:nvSpPr>
          <p:cNvPr id="27" name="Text 22"/>
          <p:cNvSpPr/>
          <p:nvPr/>
        </p:nvSpPr>
        <p:spPr>
          <a:xfrm>
            <a:off x="4663440" y="45537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892040" y="4553712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아이콘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4892040" y="46817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알림 표시, 클릭 시 알림 목록</a:t>
            </a:r>
            <a:endParaRPr lang="en-US" sz="700" dirty="0"/>
          </a:p>
        </p:txBody>
      </p:sp>
      <p:sp>
        <p:nvSpPr>
          <p:cNvPr id="30" name="Shape 25"/>
          <p:cNvSpPr/>
          <p:nvPr/>
        </p:nvSpPr>
        <p:spPr>
          <a:xfrm>
            <a:off x="128016" y="4700016"/>
            <a:ext cx="424688" cy="38404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4709160"/>
            <a:ext cx="406400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37160" y="454456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드롭다운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TRY-CATCH 화면 포트폴리오</dc:title>
  <dc:subject>PptxGenJS Presentation</dc:subject>
  <dc:creator>김윤찬</dc:creator>
  <cp:lastModifiedBy>김윤찬</cp:lastModifiedBy>
  <cp:revision>1</cp:revision>
  <dcterms:created xsi:type="dcterms:W3CDTF">2026-03-15T08:25:59Z</dcterms:created>
  <dcterms:modified xsi:type="dcterms:W3CDTF">2026-03-15T08:25:59Z</dcterms:modified>
</cp:coreProperties>
</file>