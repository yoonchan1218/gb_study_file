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_ web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카테고리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플랫폼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1280160" cy="27432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네트워킹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취업의 문턱에서 좌절하거나 의지가 꺾인 분들을 위해,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체험을 통한 취업 의지를 다지는 단계형 체험 플랫폼입니다.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→ 스킬로그 포트폴리오 → Q&amp;A 커뮤니티 → 커리어 성장.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특징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0312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프로그램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A: 하루 체험  |  B: 체험→인턴  |  C: 체험→인턴→계약직  |  D: 체험→정규직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제공하는 체험 단계가 달라, 구직자가 맞는 단계를 선택 가능.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기획 배경 및 의도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46.6%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코로나19 회복 효과 반등.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임금근로 일자리 7월 이후 둔화.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균열 본격화.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단시간 노동자/비정규직 증가.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선호 강화.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경력자 비중 28.1% 증가.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양질 일자리 부족.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채용 쏠림, 관세전쟁 영향.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'경험의 격차' 문제를 해결하기 위해 기획되었습니다.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구직자들이 '경험이 없어서 취업이 안 되고, 취업이 안 되어서 경험을 못 쌓는' 악순환에 빠져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기업들은 서류만으로는 지원자의 실무 능력을 판단하기 어렵습니다.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기업이 체험형 프로그램을 등록하고, 개인이 이에 지원하여 실무 경험을 쌓을 수 있는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플랫폼입니다. 체험 완료 후에는 스킬로그로 포트폴리오를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커뮤니티에서 직무 정보를 공유하며, 자연스럽게 커리어를 성장시킬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서비스 기능 및 화면 리스트    사용자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0" y="73152"/>
            <a:ext cx="27432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9D6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178040" y="54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담당한 화면 표시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740664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74066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74066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740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[서비스 시작]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회원가입, 로그인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71800" y="740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가입정보 입력 및 계정 생성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97840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978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계정 간편 로그인 가능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이메일, 비밀번호, 이름 등 가입 필수 정보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28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44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121615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216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아이디 사용 가능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1453896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145389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145389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[서비스 소개]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002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71800" y="1453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소개, TOP10 체험 공고 표시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169164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169164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169164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[체험 정보]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6002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목록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71800" y="16916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목록, 필터, 검색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544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192938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1929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상세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71800" y="19293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상세 정보, 지원하기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2167128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54480" y="216712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216712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[기술 블로그]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02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목록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71800" y="2167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목록, 태그 필터, 검색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828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544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240487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020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작성/상세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971800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작성, 상세보기, 댓글, 좋아요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828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544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26080" y="264261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0200" y="2642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971800" y="2642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기술 블로그 통계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82880" y="288036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54480" y="288036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0" y="288036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[커뮤니티(Q&amp;A)]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6002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971800" y="2880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목록, 검색, 정렬, 배너, 사이드바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544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26080" y="311810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00200" y="3118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2971800" y="3118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선택(직무/기업/동문), 파일 첨부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28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544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26080" y="335584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00200" y="33558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971800" y="3355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상세, 댓글/답변, 좋아요, 신고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5544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26080" y="359359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00200" y="3593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971800" y="3593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수정, 첨부파일 관리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55448" y="2862072"/>
            <a:ext cx="4992624" cy="98755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A9D6E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98080" y="502920"/>
            <a:ext cx="201168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498080" y="5029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120640" y="74066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9360" y="74066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98080" y="740664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6636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[마이페이지]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35508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메인/프로필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543800" y="740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활동 통계, 추천 공고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12064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30936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98080" y="978408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55080" y="978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543800" y="978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생년월일, 학력, 연락처 수정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12064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98080" y="1216152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55080" y="1216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543800" y="1216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그룹, 유형별 필터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12064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0936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98080" y="1453896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55080" y="1453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543800" y="1453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체험지원 현황, 상태 필터, 지원 취소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12064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0936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98080" y="1691640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55080" y="1691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543800" y="1691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주의사항, 본인 확인, 탈퇴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120640" y="192938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309360" y="192938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98080" y="1929384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16636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[공통]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35508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543800" y="1929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드롭다운, 로그인 상태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12064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30936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98080" y="2167128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55080" y="2167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543800" y="21671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고객센터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5120640" y="2404872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09360" y="240487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98080" y="2404872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6636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[포인트]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35508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관리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543800" y="2404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내역, 충전, 취소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309360" y="264261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98080" y="2642616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16636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[기업 포털]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35508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홈/프로필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543800" y="26426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대시보드, 정보 수정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512064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0936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498080" y="2880360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35508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관리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7543800" y="2880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초대(이메일), 삭제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512064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30936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498080" y="3118104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355080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관리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543800" y="31181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등록/수정/삭제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512064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30936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498080" y="3355848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355080" y="3355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지원자/참여자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7543800" y="3355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합격/불합격/완료 처리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093208" y="722376"/>
            <a:ext cx="4443984" cy="122529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A9D6E"/>
            </a:solidFill>
            <a:prstDash val="dash"/>
          </a:ln>
        </p:spPr>
      </p:sp>
      <p:sp>
        <p:nvSpPr>
          <p:cNvPr id="151" name="Shape 149"/>
          <p:cNvSpPr/>
          <p:nvPr/>
        </p:nvSpPr>
        <p:spPr>
          <a:xfrm>
            <a:off x="5093208" y="1911096"/>
            <a:ext cx="4443984" cy="51206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A9D6E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메뉴트리 (Information Architecture)    사용자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474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 점선 = 김윤찬 담당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로그인/회원가입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가입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91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목록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상세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블로그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94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94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94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94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94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94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37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37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937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80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080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80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정보수정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080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80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활동내역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8076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회원탈퇴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포털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36092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6092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36092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36092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6092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736092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36092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05840" y="4398264"/>
            <a:ext cx="18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헤더(GNB)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05840" y="4398264"/>
            <a:ext cx="1280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푸터(Footer)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05840" y="4398264"/>
            <a:ext cx="2377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목록 (취업톡톡)〉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16669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13011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97760" y="848106"/>
            <a:ext cx="515238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12997" y="720090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3312997" y="72009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183" y="992124"/>
            <a:ext cx="2549814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12997" y="8641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312997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71736" y="1115568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2997" y="98755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312997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71736" y="1815084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3183" y="1815084"/>
            <a:ext cx="2549814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171736" y="3995928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2997" y="386791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4" name="Text 21"/>
          <p:cNvSpPr/>
          <p:nvPr/>
        </p:nvSpPr>
        <p:spPr>
          <a:xfrm>
            <a:off x="3312997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171736" y="4572000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12997" y="444398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3312997" y="4443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78757" y="384048"/>
            <a:ext cx="5373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 (취업톡톡) 화면 영역 설명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78757" y="594360"/>
            <a:ext cx="537380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7875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907357" y="6858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907357" y="8229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메뉴 드롭다운, 로그인 상태, 포인트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67875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07357" y="11887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프로필/질문 작성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907357" y="13258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프로필(닉네임, 레벨, 글/질문 수), 질문·목록 토글 버튼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67875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907357" y="169164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캐러셀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907357" y="182880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추천/인기 질문 슬라이더 배너 (자동 슬라이드)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67875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907357" y="219456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질문 목록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907357" y="233172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탭(최신/인기/좋아요/댓글), 질문 카드, 페이지네이션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367875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907357" y="269748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인기/최신 질문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907357" y="283464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TOP5, 최신 질문 위젯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67875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907357" y="32004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하단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907357" y="33375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인기 질문 카드형 목록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3678757" y="3703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07357" y="37033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907357" y="38404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배너, 공지사항, 회사정보, 고객센터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작성〉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286396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2498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12034" y="1033272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32700" y="9052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432700" y="905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12034" y="1485900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2700" y="135788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432700" y="13578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12034" y="2226564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2700" y="20985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432700" y="20985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12034" y="3172968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2700" y="304495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432700" y="3044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12034" y="4078224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32700" y="39502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4432700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98460" y="384048"/>
            <a:ext cx="425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98460" y="594360"/>
            <a:ext cx="425410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9846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7060" y="68580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대상 선택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7060" y="82296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직무선배/기업선배/동문 체크박스, 레이어 모달 카테고리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79846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7060" y="118872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입력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7060" y="132588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텍스트 필드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79846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7060" y="169164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내용 에디터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7060" y="182880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작성, 이미지/파일 첨부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79846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7060" y="219456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7060" y="233172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질문하기/취소, 유효성 검사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79846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7060" y="269748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7060" y="283464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798460" y="3154680"/>
            <a:ext cx="42541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798460" y="3291840"/>
            <a:ext cx="4180948" cy="1058953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604" y="3300984"/>
            <a:ext cx="4162660" cy="1040665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상세〉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66083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624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1560" y="1148810"/>
            <a:ext cx="3703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02079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10207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1221295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93280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09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2236089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10807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10807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0" y="2671001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2542985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5429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08960" y="3685794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355777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55777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인기/최신 질문 위젯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태그, 제목, 조회수, 본문(이미지), 작성자 프로필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좋아요/공유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토글(비동기), 공유하기, 좋아요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영역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목록, 대댓글 스레드, 작성 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목록보기/푸터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돌아가기,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440375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403799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19820" y="1033272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86679" y="9052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586679" y="905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9820" y="160934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86679" y="148132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586679" y="1481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19820" y="284378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86679" y="271576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586679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9820" y="325526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86679" y="31272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586679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19820" y="428396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86679" y="41559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4586679" y="41559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52439" y="384048"/>
            <a:ext cx="4100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52439" y="594360"/>
            <a:ext cx="4100121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52439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81039" y="68580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수정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81039" y="82296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선택값 유지 및 변경 가능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52439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1039" y="118872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제목/내용 수정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81039" y="132588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제목/내용 프리로드, 수정 에디터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952439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181039" y="169164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관리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81039" y="182880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파일 삭제 + 새 파일 추가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952439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81039" y="219456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81039" y="233172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수정하기/취소, 유효성 검사 후 전송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952439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181039" y="269748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81039" y="283464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푸터 (Footer)〉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2535174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240715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2407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2792349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266433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66433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2998089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87007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87007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0" y="317811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05009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3050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푸터 (Footer)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광고 배너, 교육생 모집/채용 안내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주요 공지사항 롤링 표시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정보 링크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개인정보처리방침, 고객센터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고객센터/저작권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전화, 운영시간, FAX, 이메일, ©표시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〈마이페이지 메인/프로필〉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95543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91885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9046" y="992124"/>
            <a:ext cx="357269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01737" y="8641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101737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16874" y="909828"/>
            <a:ext cx="2984863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01737" y="78181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101737" y="7818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280160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01737" y="115214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101737" y="1152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880360" y="1691640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01737" y="156362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101737" y="1563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880360" y="2103120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01737" y="197510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4101737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80360" y="3255264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01737" y="31272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4" name="Text 21"/>
          <p:cNvSpPr/>
          <p:nvPr/>
        </p:nvSpPr>
        <p:spPr>
          <a:xfrm>
            <a:off x="4101737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467497" y="384048"/>
            <a:ext cx="458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메인/프로필 화면 영역 설명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67497" y="594360"/>
            <a:ext cx="458506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46749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96097" y="6858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96097" y="8229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46749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96097" y="118872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96097" y="132588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업로드, 닉네임, 레벨, 포인트, 게시글/질문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6749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696097" y="169164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공고 캐러셀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96097" y="182880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체험 공고 슬라이더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46749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96097" y="219456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취업톡톡 영역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696097" y="233172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Q&amp;A 요약, 태그/카테고리 배지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46749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696097" y="269748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체험공고/TOP100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96097" y="283464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프로그램, TOP100 추천 카드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46749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96097" y="32004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매칭 (탭)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696097" y="33375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본 공고/스크랩 공고 탭 전환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467497" y="3657600"/>
            <a:ext cx="45850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 확대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4467497" y="3794760"/>
            <a:ext cx="1585831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641" y="3803904"/>
            <a:ext cx="1567543" cy="109728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〈개인정보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94560" y="812102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684085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6840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94560" y="992124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8641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94560" y="1249299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12128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12128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94560" y="1557909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42989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42989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23160" y="1866519"/>
            <a:ext cx="23317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173850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173850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'회원정보 수정' 타이틀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(읽기전용)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아이디 표시 (수정 불가)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 드롭다운, 성별 라디오, 학력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정보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휴대폰, 일반전화, 이메일(@도메인)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제출, 유효성 검증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〈알림 목록〉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3928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6027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306925"/>
            <a:ext cx="41605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178909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1178909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65960" y="1150763"/>
            <a:ext cx="2788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66160" y="1150763"/>
            <a:ext cx="11887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423160" y="1515142"/>
            <a:ext cx="23317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38712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3871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알림 타이틀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'수신 알림', 최근 30일 알림 안내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필터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전체/취업톡톡/체험지원/기술블로그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목록/빈 상태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그룹핑 또는 '알림 없음' 안내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〈활동 내역 (체험지원 현황)〉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93944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9028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1098614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97059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9705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144987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3218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321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2152388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02437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0243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0" y="2737818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260980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60980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08960" y="351839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339037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390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(체험지원 현황)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참여완료/참여중/심사완료/심사중 카운트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날짜/필터 검색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조회기간, 날짜, 진행/열람/지원상태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내역 목록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기업명, 프로그램, 지원분야, 지원취소 버튼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결과 페이지 분할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 5가지,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120640" y="31546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20640" y="3291840"/>
            <a:ext cx="3858768" cy="594360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3300984"/>
            <a:ext cx="3840480" cy="57607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120640" y="376732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영역 확대</a:t>
            </a:r>
            <a:endParaRPr lang="en-US" sz="700" dirty="0"/>
          </a:p>
        </p:txBody>
      </p:sp>
      <p:sp>
        <p:nvSpPr>
          <p:cNvPr id="43" name="Shape 39"/>
          <p:cNvSpPr/>
          <p:nvPr/>
        </p:nvSpPr>
        <p:spPr>
          <a:xfrm>
            <a:off x="5120640" y="3904488"/>
            <a:ext cx="3858768" cy="402336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3913632"/>
            <a:ext cx="3840480" cy="38404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〈회원 탈퇴〉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246501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209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850583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72256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72256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129997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719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1719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1813560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68554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685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0" y="2134553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200653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00653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전용 헤더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'회원정보 관리', 수정/탈퇴 탭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불가, ID 재사용 불가, 동시 탈퇴, 데이터 삭제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확인 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아이디(읽기전용), 탈퇴요청자 이름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및 탈퇴 버튼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체크박스 → 탈퇴하기 활성화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30632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 확대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120640" y="3200400"/>
            <a:ext cx="3858768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3209544"/>
            <a:ext cx="3840480" cy="10972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헤더 및 드롭다운〉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801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04672"/>
            <a:ext cx="3251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6400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전 - GNB 드롭다운 + 기업서비스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5429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04672"/>
            <a:ext cx="3251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64008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- 메인 화면 (프로필 표시)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28016" y="2916936"/>
            <a:ext cx="3594608" cy="20299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926080"/>
            <a:ext cx="3576320" cy="2011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" y="276148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- 자동완성 / 자동완성 끄기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663440" y="2743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헤더 주요 기능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66344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892040" y="301752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 드롭다운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892040" y="3145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서비스소개/체험정보/기술블로그/커뮤니티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hover 시 하위 메뉴 표시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4663440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92040" y="340156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기업서비스 드롭다운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92040" y="35295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시 기업서비스 버튼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신청하기/개인회원 홈 안내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663440" y="37856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92040" y="378561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드롭다운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92040" y="3913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회원 이름 클릭 → 개인회원홈/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기술블로그/체험지원/정보수정/로그아웃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663440" y="41696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92040" y="416966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검색바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92040" y="42976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자동완성 드롭다운,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끄기/닫기 토글 기능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663440" y="4553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92040" y="455371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아이콘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92040" y="4681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표시, 클릭 시 알림 목록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4654296" y="4562856"/>
            <a:ext cx="589788" cy="4754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0"/>
            <a:ext cx="5715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663440" y="44074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드롭다운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TRY-CATCH 화면 포트폴리오</dc:title>
  <dc:subject>PptxGenJS Presentation</dc:subject>
  <dc:creator>김윤찬</dc:creator>
  <cp:lastModifiedBy>김윤찬</cp:lastModifiedBy>
  <cp:revision>1</cp:revision>
  <dcterms:created xsi:type="dcterms:W3CDTF">2026-03-15T08:08:03Z</dcterms:created>
  <dcterms:modified xsi:type="dcterms:W3CDTF">2026-03-15T08:08:03Z</dcterms:modified>
</cp:coreProperties>
</file>