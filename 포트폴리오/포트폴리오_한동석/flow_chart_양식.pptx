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SpecialPlsOnTitleSld="0">
  <p:sldMasterIdLst>
    <p:sldMasterId id="2147483648" r:id="rId1"/>
  </p:sldMasterIdLst>
  <p:notesMasterIdLst>
    <p:notesMasterId r:id="rId2"/>
  </p:notesMasterIdLst>
  <p:handoutMasterIdLst>
    <p:handoutMasterId r:id="rId3"/>
  </p:handoutMasterIdLst>
  <p:sldIdLst>
    <p:sldId id="275" r:id="rId4"/>
    <p:sldId id="277" r:id="rId5"/>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id="{B68C2B71-D818-4E74-B3D0-24D0F8C917E3}" name="Document Title.">
          <p14:sldIdLst/>
        </p14:section>
        <p14:section id="{FF903505-45CE-4FDE-900C-B7F30543DFE6}" name="document History.">
          <p14:sldIdLst>
            <p14:sldId id="275"/>
            <p14:sldId id="277"/>
          </p14:sldIdLst>
        </p14:section>
      </p14:sectionLst>
    </p:ext>
  </p:extLst>
</p:presentation>
</file>

<file path=ppt/commentAuthors.xml><?xml version="1.0" encoding="utf-8"?>
<p:cmAuthorLs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mAuthor id="0" name="enjoyworks" initials="e" lastIdx="17" clrIdx="0"/>
</p:cmAuthorLst>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2173" autoAdjust="0"/>
    <p:restoredTop sz="92384" autoAdjust="0"/>
  </p:normalViewPr>
  <p:slideViewPr>
    <p:cSldViewPr>
      <p:cViewPr varScale="1">
        <p:scale>
          <a:sx n="100" d="100"/>
          <a:sy n="100" d="100"/>
        </p:scale>
        <p:origin x="396" y="114"/>
      </p:cViewPr>
      <p:guideLst>
        <p:guide orient="horz" pos="2159"/>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6"/>
        <p:guide pos="214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commentAuthors" Target="commentAuthors.xml"  /><Relationship Id="rId7" Type="http://schemas.openxmlformats.org/officeDocument/2006/relationships/presProps" Target="presProps.xml"  /><Relationship Id="rId8" Type="http://schemas.openxmlformats.org/officeDocument/2006/relationships/viewProps" Target="viewProps.xml"  /><Relationship Id="rId9"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pPr lvl="0"/>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pPr lvl="0"/>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45659" cy="496332"/>
          </a:xfrm>
          <a:prstGeom prst="rect">
            <a:avLst/>
          </a:prstGeom>
        </p:spPr>
        <p:txBody>
          <a:bodyPr vert="horz" lIns="91440" tIns="45720" rIns="91440" bIns="45720" rtlCol="0"/>
          <a:lstStyle>
            <a:lvl1pPr algn="l">
              <a:defRPr sz="1200"/>
            </a:lvl1pPr>
          </a:lstStyle>
          <a:p>
            <a:pPr lvl="0"/>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pPr lvl="0"/>
            <a:fld id="{98FBB39A-9110-43FD-8DF2-684D1523A0BC}" type="datetime1">
              <a:rPr lang="ko-KR" altLang="en-US" smtClean="0"/>
              <a:t>2020-05-19</a:t>
            </a:fld>
            <a:endParaRPr lang="ko-KR" altLang="en-US"/>
          </a:p>
        </p:txBody>
      </p:sp>
      <p:sp>
        <p:nvSpPr>
          <p:cNvPr id="4" name="슬라이드 이미지 개체 틀 3"/>
          <p:cNvSpPr>
            <a:spLocks noGrp="1" noRot="1" noChangeAspect="1" noTextEdi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pPr lvl="0"/>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pPr lvl="0"/>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pPr lvl="0"/>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669360"/>
            <a:ext cx="1936428" cy="11035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95520" y="6113244"/>
            <a:ext cx="6496971" cy="2303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 Id="rId3"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9F2D03-4DCC-42DA-95ED-B3FF360D7F63}"/>
              </a:ext>
            </a:extLst>
          </p:cNvPr>
          <p:cNvSpPr>
            <a:spLocks noGrp="1"/>
          </p:cNvSpPr>
          <p:nvPr>
            <p:ph type="title"/>
          </p:nvPr>
        </p:nvSpPr>
        <p:spPr/>
        <p:txBody>
          <a:bodyPr/>
          <a:lstStyle/>
          <a:p>
            <a:r>
              <a:rPr lang="en-US" altLang="ko-KR" dirty="0"/>
              <a:t>User flow</a:t>
            </a:r>
            <a:endParaRPr lang="ko-KR" altLang="en-US" dirty="0"/>
          </a:p>
        </p:txBody>
      </p:sp>
      <p:graphicFrame>
        <p:nvGraphicFramePr>
          <p:cNvPr id="3" name="표 2">
            <a:extLst>
              <a:ext uri="{FF2B5EF4-FFF2-40B4-BE49-F238E27FC236}">
                <a16:creationId xmlns:a16="http://schemas.microsoft.com/office/drawing/2014/main" id="{8B87A678-AF99-4807-A120-CB661ED337F4}"/>
              </a:ext>
            </a:extLst>
          </p:cNvPr>
          <p:cNvGraphicFramePr>
            <a:graphicFrameLocks noGrp="1"/>
          </p:cNvGraphicFramePr>
          <p:nvPr>
            <p:extLst>
              <p:ext uri="{D42A27DB-BD31-4B8C-83A1-F6EECF244321}">
                <p14:modId xmlns:p14="http://schemas.microsoft.com/office/powerpoint/2010/main" val="1047586838"/>
              </p:ext>
            </p:extLst>
          </p:nvPr>
        </p:nvGraphicFramePr>
        <p:xfrm>
          <a:off x="1197870" y="1700808"/>
          <a:ext cx="9796259" cy="3960440"/>
        </p:xfrm>
        <a:graphic>
          <a:graphicData uri="http://schemas.openxmlformats.org/drawingml/2006/table">
            <a:tbl>
              <a:tblPr>
                <a:tableStyleId>{5C22544A-7EE6-4342-B048-85BDC9FD1C3A}</a:tableStyleId>
              </a:tblPr>
              <a:tblGrid>
                <a:gridCol w="1180639">
                  <a:extLst>
                    <a:ext uri="{9D8B030D-6E8A-4147-A177-3AD203B41FA5}">
                      <a16:colId xmlns:a16="http://schemas.microsoft.com/office/drawing/2014/main" val="554055183"/>
                    </a:ext>
                  </a:extLst>
                </a:gridCol>
                <a:gridCol w="2130236">
                  <a:extLst>
                    <a:ext uri="{9D8B030D-6E8A-4147-A177-3AD203B41FA5}">
                      <a16:colId xmlns:a16="http://schemas.microsoft.com/office/drawing/2014/main" val="20000"/>
                    </a:ext>
                  </a:extLst>
                </a:gridCol>
                <a:gridCol w="2257591">
                  <a:extLst>
                    <a:ext uri="{9D8B030D-6E8A-4147-A177-3AD203B41FA5}">
                      <a16:colId xmlns:a16="http://schemas.microsoft.com/office/drawing/2014/main" val="20001"/>
                    </a:ext>
                  </a:extLst>
                </a:gridCol>
                <a:gridCol w="2192190">
                  <a:extLst>
                    <a:ext uri="{9D8B030D-6E8A-4147-A177-3AD203B41FA5}">
                      <a16:colId xmlns:a16="http://schemas.microsoft.com/office/drawing/2014/main" val="20004"/>
                    </a:ext>
                  </a:extLst>
                </a:gridCol>
                <a:gridCol w="2035603">
                  <a:extLst>
                    <a:ext uri="{9D8B030D-6E8A-4147-A177-3AD203B41FA5}">
                      <a16:colId xmlns:a16="http://schemas.microsoft.com/office/drawing/2014/main" val="20005"/>
                    </a:ext>
                  </a:extLst>
                </a:gridCol>
              </a:tblGrid>
              <a:tr h="342763">
                <a:tc rowSpan="2">
                  <a:txBody>
                    <a:bodyPr/>
                    <a:lstStyle/>
                    <a:p>
                      <a:pPr algn="ctr" latinLnBrk="1"/>
                      <a:r>
                        <a:rPr lang="en-US" altLang="ko-KR" sz="1000" b="1" dirty="0">
                          <a:solidFill>
                            <a:schemeClr val="tx1"/>
                          </a:solidFill>
                        </a:rPr>
                        <a:t>Login</a:t>
                      </a:r>
                    </a:p>
                    <a:p>
                      <a:pPr algn="ctr" latinLnBrk="1"/>
                      <a:r>
                        <a:rPr lang="en-US" altLang="ko-KR" sz="1000" b="1" dirty="0">
                          <a:solidFill>
                            <a:schemeClr val="tx1"/>
                          </a:solidFill>
                        </a:rPr>
                        <a:t>User flow</a:t>
                      </a:r>
                      <a:endParaRPr lang="ko-KR" altLang="en-US" sz="1000" b="1"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l" latinLnBrk="1"/>
                      <a:r>
                        <a:rPr lang="en-US" altLang="ko-KR" sz="1000" b="1" dirty="0">
                          <a:solidFill>
                            <a:schemeClr val="tx1"/>
                          </a:solidFill>
                        </a:rPr>
                        <a:t>1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2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3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4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17677">
                <a:tc vMerge="1">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순서도: 수행의 시작/종료 5">
            <a:extLst>
              <a:ext uri="{FF2B5EF4-FFF2-40B4-BE49-F238E27FC236}">
                <a16:creationId xmlns:a16="http://schemas.microsoft.com/office/drawing/2014/main" id="{B7D46F69-1CA3-4F48-B383-30D303FFEABB}"/>
              </a:ext>
            </a:extLst>
          </p:cNvPr>
          <p:cNvSpPr/>
          <p:nvPr/>
        </p:nvSpPr>
        <p:spPr>
          <a:xfrm>
            <a:off x="2927648" y="2329505"/>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START</a:t>
            </a:r>
            <a:endParaRPr lang="ko-KR" altLang="en-US" sz="800" dirty="0">
              <a:solidFill>
                <a:schemeClr val="tx1"/>
              </a:solidFill>
            </a:endParaRPr>
          </a:p>
        </p:txBody>
      </p:sp>
      <p:sp>
        <p:nvSpPr>
          <p:cNvPr id="7" name="순서도: 처리 6">
            <a:extLst>
              <a:ext uri="{FF2B5EF4-FFF2-40B4-BE49-F238E27FC236}">
                <a16:creationId xmlns:a16="http://schemas.microsoft.com/office/drawing/2014/main" id="{B61B2F31-1FAE-4B5E-9F16-9334C3015BAC}"/>
              </a:ext>
            </a:extLst>
          </p:cNvPr>
          <p:cNvSpPr/>
          <p:nvPr/>
        </p:nvSpPr>
        <p:spPr>
          <a:xfrm>
            <a:off x="2927648"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8" name="순서도: 처리 7">
            <a:extLst>
              <a:ext uri="{FF2B5EF4-FFF2-40B4-BE49-F238E27FC236}">
                <a16:creationId xmlns:a16="http://schemas.microsoft.com/office/drawing/2014/main" id="{BB96B924-4F71-423C-9A34-4C63C04D46CB}"/>
              </a:ext>
            </a:extLst>
          </p:cNvPr>
          <p:cNvSpPr/>
          <p:nvPr/>
        </p:nvSpPr>
        <p:spPr>
          <a:xfrm>
            <a:off x="2927648" y="319360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 name="순서도: 처리 8">
            <a:extLst>
              <a:ext uri="{FF2B5EF4-FFF2-40B4-BE49-F238E27FC236}">
                <a16:creationId xmlns:a16="http://schemas.microsoft.com/office/drawing/2014/main" id="{96A6B14E-E90E-4B43-A3BD-28851575D769}"/>
              </a:ext>
            </a:extLst>
          </p:cNvPr>
          <p:cNvSpPr/>
          <p:nvPr/>
        </p:nvSpPr>
        <p:spPr>
          <a:xfrm>
            <a:off x="2927648"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 name="순서도: 판단 9">
            <a:extLst>
              <a:ext uri="{FF2B5EF4-FFF2-40B4-BE49-F238E27FC236}">
                <a16:creationId xmlns:a16="http://schemas.microsoft.com/office/drawing/2014/main" id="{C07A0973-7A51-4E56-927B-66B2A3E6F2B9}"/>
              </a:ext>
            </a:extLst>
          </p:cNvPr>
          <p:cNvSpPr/>
          <p:nvPr/>
        </p:nvSpPr>
        <p:spPr>
          <a:xfrm>
            <a:off x="2927648" y="4057697"/>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15" name="직선 화살표 연결선 14">
            <a:extLst>
              <a:ext uri="{FF2B5EF4-FFF2-40B4-BE49-F238E27FC236}">
                <a16:creationId xmlns:a16="http://schemas.microsoft.com/office/drawing/2014/main" id="{3EDA3593-F331-4B43-B8B1-68EE7CADE1D7}"/>
              </a:ext>
            </a:extLst>
          </p:cNvPr>
          <p:cNvCxnSpPr>
            <a:stCxn id="6" idx="2"/>
            <a:endCxn id="7" idx="0"/>
          </p:cNvCxnSpPr>
          <p:nvPr/>
        </p:nvCxnSpPr>
        <p:spPr>
          <a:xfrm>
            <a:off x="3431704"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CE91D1FC-6AC8-4858-8642-44C8273A5620}"/>
              </a:ext>
            </a:extLst>
          </p:cNvPr>
          <p:cNvCxnSpPr>
            <a:cxnSpLocks/>
            <a:stCxn id="7" idx="2"/>
            <a:endCxn id="8" idx="0"/>
          </p:cNvCxnSpPr>
          <p:nvPr/>
        </p:nvCxnSpPr>
        <p:spPr>
          <a:xfrm>
            <a:off x="3431704" y="3006901"/>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0E9A8199-D075-4EE7-BBA9-F3BB9CDC05FE}"/>
              </a:ext>
            </a:extLst>
          </p:cNvPr>
          <p:cNvCxnSpPr>
            <a:cxnSpLocks/>
            <a:endCxn id="9" idx="0"/>
          </p:cNvCxnSpPr>
          <p:nvPr/>
        </p:nvCxnSpPr>
        <p:spPr>
          <a:xfrm>
            <a:off x="3431704" y="3438949"/>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C8C94C72-50E0-4FEE-B332-62829B1B172C}"/>
              </a:ext>
            </a:extLst>
          </p:cNvPr>
          <p:cNvCxnSpPr>
            <a:cxnSpLocks/>
            <a:stCxn id="9" idx="2"/>
            <a:endCxn id="10" idx="0"/>
          </p:cNvCxnSpPr>
          <p:nvPr/>
        </p:nvCxnSpPr>
        <p:spPr>
          <a:xfrm>
            <a:off x="3431704"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25" name="순서도: 처리 24">
            <a:extLst>
              <a:ext uri="{FF2B5EF4-FFF2-40B4-BE49-F238E27FC236}">
                <a16:creationId xmlns:a16="http://schemas.microsoft.com/office/drawing/2014/main" id="{7D62639A-401C-41AD-AF3F-5BB6DF0C766F}"/>
              </a:ext>
            </a:extLst>
          </p:cNvPr>
          <p:cNvSpPr/>
          <p:nvPr/>
        </p:nvSpPr>
        <p:spPr>
          <a:xfrm>
            <a:off x="2927648"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26" name="직선 화살표 연결선 25">
            <a:extLst>
              <a:ext uri="{FF2B5EF4-FFF2-40B4-BE49-F238E27FC236}">
                <a16:creationId xmlns:a16="http://schemas.microsoft.com/office/drawing/2014/main" id="{CA294CFD-6C69-4018-89C4-80F39A7FB85A}"/>
              </a:ext>
            </a:extLst>
          </p:cNvPr>
          <p:cNvCxnSpPr>
            <a:cxnSpLocks/>
            <a:stCxn id="10" idx="2"/>
            <a:endCxn id="25" idx="0"/>
          </p:cNvCxnSpPr>
          <p:nvPr/>
        </p:nvCxnSpPr>
        <p:spPr>
          <a:xfrm>
            <a:off x="3431704"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0" name="연결선: 꺾임 29">
            <a:extLst>
              <a:ext uri="{FF2B5EF4-FFF2-40B4-BE49-F238E27FC236}">
                <a16:creationId xmlns:a16="http://schemas.microsoft.com/office/drawing/2014/main" id="{68CC8553-9013-4D75-B8C1-5DDC1C9C11E4}"/>
              </a:ext>
            </a:extLst>
          </p:cNvPr>
          <p:cNvCxnSpPr>
            <a:cxnSpLocks/>
            <a:stCxn id="10" idx="3"/>
            <a:endCxn id="8" idx="3"/>
          </p:cNvCxnSpPr>
          <p:nvPr/>
        </p:nvCxnSpPr>
        <p:spPr>
          <a:xfrm flipV="1">
            <a:off x="3935760" y="3316275"/>
            <a:ext cx="12700" cy="864096"/>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순서도: 연결자 31">
            <a:extLst>
              <a:ext uri="{FF2B5EF4-FFF2-40B4-BE49-F238E27FC236}">
                <a16:creationId xmlns:a16="http://schemas.microsoft.com/office/drawing/2014/main" id="{783A7B31-4623-488F-8FF8-95A2871C8DFB}"/>
              </a:ext>
            </a:extLst>
          </p:cNvPr>
          <p:cNvSpPr/>
          <p:nvPr/>
        </p:nvSpPr>
        <p:spPr>
          <a:xfrm flipV="1">
            <a:off x="3312488" y="4929163"/>
            <a:ext cx="238432" cy="230608"/>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33" name="직선 화살표 연결선 32">
            <a:extLst>
              <a:ext uri="{FF2B5EF4-FFF2-40B4-BE49-F238E27FC236}">
                <a16:creationId xmlns:a16="http://schemas.microsoft.com/office/drawing/2014/main" id="{A93E967B-041B-401A-BD32-2734A2D55AD9}"/>
              </a:ext>
            </a:extLst>
          </p:cNvPr>
          <p:cNvCxnSpPr>
            <a:cxnSpLocks/>
            <a:stCxn id="25" idx="2"/>
            <a:endCxn id="32" idx="4"/>
          </p:cNvCxnSpPr>
          <p:nvPr/>
        </p:nvCxnSpPr>
        <p:spPr>
          <a:xfrm>
            <a:off x="3431704" y="4735093"/>
            <a:ext cx="0" cy="19407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순서도: 처리 35">
            <a:extLst>
              <a:ext uri="{FF2B5EF4-FFF2-40B4-BE49-F238E27FC236}">
                <a16:creationId xmlns:a16="http://schemas.microsoft.com/office/drawing/2014/main" id="{B5D5819F-C982-46E6-934A-059377051FCE}"/>
              </a:ext>
            </a:extLst>
          </p:cNvPr>
          <p:cNvSpPr/>
          <p:nvPr/>
        </p:nvSpPr>
        <p:spPr>
          <a:xfrm>
            <a:off x="5118779"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37" name="연결선: 꺾임 36">
            <a:extLst>
              <a:ext uri="{FF2B5EF4-FFF2-40B4-BE49-F238E27FC236}">
                <a16:creationId xmlns:a16="http://schemas.microsoft.com/office/drawing/2014/main" id="{6ABEEE9A-14B0-4C7D-86D1-CB1D8DD628A0}"/>
              </a:ext>
            </a:extLst>
          </p:cNvPr>
          <p:cNvCxnSpPr>
            <a:cxnSpLocks/>
            <a:stCxn id="32" idx="6"/>
            <a:endCxn id="36" idx="1"/>
          </p:cNvCxnSpPr>
          <p:nvPr/>
        </p:nvCxnSpPr>
        <p:spPr>
          <a:xfrm flipV="1">
            <a:off x="3550920" y="2452179"/>
            <a:ext cx="1567859" cy="2592288"/>
          </a:xfrm>
          <a:prstGeom prst="bentConnector3">
            <a:avLst>
              <a:gd name="adj1" fmla="val 73815"/>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순서도: 수행의 시작/종료 40">
            <a:extLst>
              <a:ext uri="{FF2B5EF4-FFF2-40B4-BE49-F238E27FC236}">
                <a16:creationId xmlns:a16="http://schemas.microsoft.com/office/drawing/2014/main" id="{8B0FC8EB-06DE-4FF4-9373-5A2D117A6FFE}"/>
              </a:ext>
            </a:extLst>
          </p:cNvPr>
          <p:cNvSpPr/>
          <p:nvPr/>
        </p:nvSpPr>
        <p:spPr>
          <a:xfrm>
            <a:off x="9480376" y="2761553"/>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END</a:t>
            </a:r>
            <a:endParaRPr lang="ko-KR" altLang="en-US" sz="800" dirty="0">
              <a:solidFill>
                <a:schemeClr val="tx1"/>
              </a:solidFill>
            </a:endParaRPr>
          </a:p>
        </p:txBody>
      </p:sp>
      <p:sp>
        <p:nvSpPr>
          <p:cNvPr id="42" name="순서도: 처리 41">
            <a:extLst>
              <a:ext uri="{FF2B5EF4-FFF2-40B4-BE49-F238E27FC236}">
                <a16:creationId xmlns:a16="http://schemas.microsoft.com/office/drawing/2014/main" id="{7DC64F6D-1FA0-4B32-9430-E0D063BB9C92}"/>
              </a:ext>
            </a:extLst>
          </p:cNvPr>
          <p:cNvSpPr/>
          <p:nvPr/>
        </p:nvSpPr>
        <p:spPr>
          <a:xfrm>
            <a:off x="5118779"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4" name="순서도: 처리 43">
            <a:extLst>
              <a:ext uri="{FF2B5EF4-FFF2-40B4-BE49-F238E27FC236}">
                <a16:creationId xmlns:a16="http://schemas.microsoft.com/office/drawing/2014/main" id="{DA3FC886-0D12-421B-9939-10BF2FC2165B}"/>
              </a:ext>
            </a:extLst>
          </p:cNvPr>
          <p:cNvSpPr/>
          <p:nvPr/>
        </p:nvSpPr>
        <p:spPr>
          <a:xfrm>
            <a:off x="5118779" y="362698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5" name="순서도: 처리 44">
            <a:extLst>
              <a:ext uri="{FF2B5EF4-FFF2-40B4-BE49-F238E27FC236}">
                <a16:creationId xmlns:a16="http://schemas.microsoft.com/office/drawing/2014/main" id="{893B66AA-0880-4E88-877D-B4E20ADBE1A1}"/>
              </a:ext>
            </a:extLst>
          </p:cNvPr>
          <p:cNvSpPr/>
          <p:nvPr/>
        </p:nvSpPr>
        <p:spPr>
          <a:xfrm>
            <a:off x="5118779"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6" name="순서도: 처리 45">
            <a:extLst>
              <a:ext uri="{FF2B5EF4-FFF2-40B4-BE49-F238E27FC236}">
                <a16:creationId xmlns:a16="http://schemas.microsoft.com/office/drawing/2014/main" id="{F5CEF83A-0867-402A-B312-C16571CB169E}"/>
              </a:ext>
            </a:extLst>
          </p:cNvPr>
          <p:cNvSpPr/>
          <p:nvPr/>
        </p:nvSpPr>
        <p:spPr>
          <a:xfrm>
            <a:off x="5118779"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47" name="직선 화살표 연결선 46">
            <a:extLst>
              <a:ext uri="{FF2B5EF4-FFF2-40B4-BE49-F238E27FC236}">
                <a16:creationId xmlns:a16="http://schemas.microsoft.com/office/drawing/2014/main" id="{7B84CED6-6D11-4322-878F-83515CBA5FC9}"/>
              </a:ext>
            </a:extLst>
          </p:cNvPr>
          <p:cNvCxnSpPr>
            <a:cxnSpLocks/>
            <a:stCxn id="36" idx="2"/>
            <a:endCxn id="42" idx="0"/>
          </p:cNvCxnSpPr>
          <p:nvPr/>
        </p:nvCxnSpPr>
        <p:spPr>
          <a:xfrm>
            <a:off x="5622835"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B1DE65E4-4835-485C-A616-FEBDAAFDC475}"/>
              </a:ext>
            </a:extLst>
          </p:cNvPr>
          <p:cNvCxnSpPr>
            <a:cxnSpLocks/>
            <a:stCxn id="42" idx="2"/>
            <a:endCxn id="53" idx="0"/>
          </p:cNvCxnSpPr>
          <p:nvPr/>
        </p:nvCxnSpPr>
        <p:spPr>
          <a:xfrm>
            <a:off x="5622835" y="3006901"/>
            <a:ext cx="0" cy="19212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53" name="순서도: 판단 52">
            <a:extLst>
              <a:ext uri="{FF2B5EF4-FFF2-40B4-BE49-F238E27FC236}">
                <a16:creationId xmlns:a16="http://schemas.microsoft.com/office/drawing/2014/main" id="{8D4F4747-9751-4A7E-9A2C-A60BC5D2D21F}"/>
              </a:ext>
            </a:extLst>
          </p:cNvPr>
          <p:cNvSpPr/>
          <p:nvPr/>
        </p:nvSpPr>
        <p:spPr>
          <a:xfrm>
            <a:off x="5118779" y="3199025"/>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55" name="직선 화살표 연결선 54">
            <a:extLst>
              <a:ext uri="{FF2B5EF4-FFF2-40B4-BE49-F238E27FC236}">
                <a16:creationId xmlns:a16="http://schemas.microsoft.com/office/drawing/2014/main" id="{F524489F-3100-465B-B033-13641A3C456F}"/>
              </a:ext>
            </a:extLst>
          </p:cNvPr>
          <p:cNvCxnSpPr>
            <a:cxnSpLocks/>
            <a:stCxn id="53" idx="2"/>
            <a:endCxn id="44" idx="0"/>
          </p:cNvCxnSpPr>
          <p:nvPr/>
        </p:nvCxnSpPr>
        <p:spPr>
          <a:xfrm>
            <a:off x="5622835" y="3444373"/>
            <a:ext cx="0" cy="18260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6C9FEC03-CB4A-42BE-B005-0BF34BBEB791}"/>
              </a:ext>
            </a:extLst>
          </p:cNvPr>
          <p:cNvCxnSpPr>
            <a:cxnSpLocks/>
            <a:stCxn id="44" idx="2"/>
            <a:endCxn id="45" idx="0"/>
          </p:cNvCxnSpPr>
          <p:nvPr/>
        </p:nvCxnSpPr>
        <p:spPr>
          <a:xfrm>
            <a:off x="5622835" y="3872329"/>
            <a:ext cx="0" cy="18536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DDD3DD0C-2A63-4FD9-9A09-255A58ED62EB}"/>
              </a:ext>
            </a:extLst>
          </p:cNvPr>
          <p:cNvCxnSpPr>
            <a:cxnSpLocks/>
            <a:stCxn id="45" idx="2"/>
            <a:endCxn id="46" idx="0"/>
          </p:cNvCxnSpPr>
          <p:nvPr/>
        </p:nvCxnSpPr>
        <p:spPr>
          <a:xfrm>
            <a:off x="5622835"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4" name="순서도: 처리 63">
            <a:extLst>
              <a:ext uri="{FF2B5EF4-FFF2-40B4-BE49-F238E27FC236}">
                <a16:creationId xmlns:a16="http://schemas.microsoft.com/office/drawing/2014/main" id="{A6114174-35DE-4F22-9A19-F81DC88D5B94}"/>
              </a:ext>
            </a:extLst>
          </p:cNvPr>
          <p:cNvSpPr/>
          <p:nvPr/>
        </p:nvSpPr>
        <p:spPr>
          <a:xfrm>
            <a:off x="5118779" y="492179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65" name="직선 화살표 연결선 64">
            <a:extLst>
              <a:ext uri="{FF2B5EF4-FFF2-40B4-BE49-F238E27FC236}">
                <a16:creationId xmlns:a16="http://schemas.microsoft.com/office/drawing/2014/main" id="{439FFADF-5146-4B43-AAA0-321F82CA7A3D}"/>
              </a:ext>
            </a:extLst>
          </p:cNvPr>
          <p:cNvCxnSpPr>
            <a:cxnSpLocks/>
            <a:stCxn id="46" idx="2"/>
            <a:endCxn id="64" idx="0"/>
          </p:cNvCxnSpPr>
          <p:nvPr/>
        </p:nvCxnSpPr>
        <p:spPr>
          <a:xfrm>
            <a:off x="5622835" y="473509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8" name="순서도: 처리 67">
            <a:extLst>
              <a:ext uri="{FF2B5EF4-FFF2-40B4-BE49-F238E27FC236}">
                <a16:creationId xmlns:a16="http://schemas.microsoft.com/office/drawing/2014/main" id="{C4B65520-C38B-4FD7-A1FE-194F021A42FF}"/>
              </a:ext>
            </a:extLst>
          </p:cNvPr>
          <p:cNvSpPr/>
          <p:nvPr/>
        </p:nvSpPr>
        <p:spPr>
          <a:xfrm>
            <a:off x="731102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76" name="직사각형 75">
            <a:extLst>
              <a:ext uri="{FF2B5EF4-FFF2-40B4-BE49-F238E27FC236}">
                <a16:creationId xmlns:a16="http://schemas.microsoft.com/office/drawing/2014/main" id="{91750B76-5F44-4DAA-8DBC-C826785A7F6F}"/>
              </a:ext>
            </a:extLst>
          </p:cNvPr>
          <p:cNvSpPr/>
          <p:nvPr/>
        </p:nvSpPr>
        <p:spPr>
          <a:xfrm>
            <a:off x="3147812" y="5113660"/>
            <a:ext cx="567784" cy="215444"/>
          </a:xfrm>
          <a:prstGeom prst="rect">
            <a:avLst/>
          </a:prstGeom>
        </p:spPr>
        <p:txBody>
          <a:bodyPr wrap="none">
            <a:spAutoFit/>
          </a:bodyPr>
          <a:lstStyle/>
          <a:p>
            <a:r>
              <a:rPr lang="en-US" altLang="ko-KR" sz="800" dirty="0"/>
              <a:t>Connect</a:t>
            </a:r>
            <a:endParaRPr lang="ko-KR" altLang="en-US" sz="800" dirty="0"/>
          </a:p>
        </p:txBody>
      </p:sp>
      <p:sp>
        <p:nvSpPr>
          <p:cNvPr id="77" name="직사각형 76">
            <a:extLst>
              <a:ext uri="{FF2B5EF4-FFF2-40B4-BE49-F238E27FC236}">
                <a16:creationId xmlns:a16="http://schemas.microsoft.com/office/drawing/2014/main" id="{A9428C8F-F6B1-42F6-AF7E-64F4E0684A90}"/>
              </a:ext>
            </a:extLst>
          </p:cNvPr>
          <p:cNvSpPr/>
          <p:nvPr/>
        </p:nvSpPr>
        <p:spPr>
          <a:xfrm>
            <a:off x="3111012" y="4274551"/>
            <a:ext cx="351378" cy="215444"/>
          </a:xfrm>
          <a:prstGeom prst="rect">
            <a:avLst/>
          </a:prstGeom>
        </p:spPr>
        <p:txBody>
          <a:bodyPr wrap="none">
            <a:spAutoFit/>
          </a:bodyPr>
          <a:lstStyle/>
          <a:p>
            <a:r>
              <a:rPr lang="en-US" altLang="ko-KR" sz="800" dirty="0"/>
              <a:t>YES</a:t>
            </a:r>
            <a:endParaRPr lang="ko-KR" altLang="en-US" sz="800" dirty="0"/>
          </a:p>
        </p:txBody>
      </p:sp>
      <p:sp>
        <p:nvSpPr>
          <p:cNvPr id="78" name="직사각형 77">
            <a:extLst>
              <a:ext uri="{FF2B5EF4-FFF2-40B4-BE49-F238E27FC236}">
                <a16:creationId xmlns:a16="http://schemas.microsoft.com/office/drawing/2014/main" id="{E7885C91-2F84-405C-B940-A7637DEC73CE}"/>
              </a:ext>
            </a:extLst>
          </p:cNvPr>
          <p:cNvSpPr/>
          <p:nvPr/>
        </p:nvSpPr>
        <p:spPr>
          <a:xfrm>
            <a:off x="3871461" y="3975267"/>
            <a:ext cx="343364" cy="215444"/>
          </a:xfrm>
          <a:prstGeom prst="rect">
            <a:avLst/>
          </a:prstGeom>
        </p:spPr>
        <p:txBody>
          <a:bodyPr wrap="none">
            <a:spAutoFit/>
          </a:bodyPr>
          <a:lstStyle/>
          <a:p>
            <a:r>
              <a:rPr lang="en-US" altLang="ko-KR" sz="800" dirty="0"/>
              <a:t>NO</a:t>
            </a:r>
            <a:endParaRPr lang="ko-KR" altLang="en-US" sz="800" dirty="0"/>
          </a:p>
        </p:txBody>
      </p:sp>
      <p:sp>
        <p:nvSpPr>
          <p:cNvPr id="80" name="순서도: 처리 79">
            <a:extLst>
              <a:ext uri="{FF2B5EF4-FFF2-40B4-BE49-F238E27FC236}">
                <a16:creationId xmlns:a16="http://schemas.microsoft.com/office/drawing/2014/main" id="{572A12DD-E5D0-44A7-A7DF-752785488481}"/>
              </a:ext>
            </a:extLst>
          </p:cNvPr>
          <p:cNvSpPr/>
          <p:nvPr/>
        </p:nvSpPr>
        <p:spPr>
          <a:xfrm>
            <a:off x="7309910"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81" name="연결선: 꺾임 80">
            <a:extLst>
              <a:ext uri="{FF2B5EF4-FFF2-40B4-BE49-F238E27FC236}">
                <a16:creationId xmlns:a16="http://schemas.microsoft.com/office/drawing/2014/main" id="{3F1D0F1F-FED4-4E8D-9D6C-164CA24733BD}"/>
              </a:ext>
            </a:extLst>
          </p:cNvPr>
          <p:cNvCxnSpPr>
            <a:cxnSpLocks/>
            <a:stCxn id="53" idx="3"/>
            <a:endCxn id="36" idx="3"/>
          </p:cNvCxnSpPr>
          <p:nvPr/>
        </p:nvCxnSpPr>
        <p:spPr>
          <a:xfrm flipV="1">
            <a:off x="6126891" y="2452179"/>
            <a:ext cx="12700" cy="869520"/>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9727F534-870B-4388-90F5-5D707F3A5F86}"/>
              </a:ext>
            </a:extLst>
          </p:cNvPr>
          <p:cNvSpPr/>
          <p:nvPr/>
        </p:nvSpPr>
        <p:spPr>
          <a:xfrm>
            <a:off x="5310414" y="3414213"/>
            <a:ext cx="351378" cy="215444"/>
          </a:xfrm>
          <a:prstGeom prst="rect">
            <a:avLst/>
          </a:prstGeom>
        </p:spPr>
        <p:txBody>
          <a:bodyPr wrap="none">
            <a:spAutoFit/>
          </a:bodyPr>
          <a:lstStyle/>
          <a:p>
            <a:r>
              <a:rPr lang="en-US" altLang="ko-KR" sz="800" dirty="0"/>
              <a:t>YES</a:t>
            </a:r>
            <a:endParaRPr lang="ko-KR" altLang="en-US" sz="800" dirty="0"/>
          </a:p>
        </p:txBody>
      </p:sp>
      <p:sp>
        <p:nvSpPr>
          <p:cNvPr id="86" name="직사각형 85">
            <a:extLst>
              <a:ext uri="{FF2B5EF4-FFF2-40B4-BE49-F238E27FC236}">
                <a16:creationId xmlns:a16="http://schemas.microsoft.com/office/drawing/2014/main" id="{0299F278-8C5E-4652-8EC5-3A31D57CAED4}"/>
              </a:ext>
            </a:extLst>
          </p:cNvPr>
          <p:cNvSpPr/>
          <p:nvPr/>
        </p:nvSpPr>
        <p:spPr>
          <a:xfrm>
            <a:off x="6062061" y="3107309"/>
            <a:ext cx="343364" cy="215444"/>
          </a:xfrm>
          <a:prstGeom prst="rect">
            <a:avLst/>
          </a:prstGeom>
        </p:spPr>
        <p:txBody>
          <a:bodyPr wrap="none">
            <a:spAutoFit/>
          </a:bodyPr>
          <a:lstStyle/>
          <a:p>
            <a:r>
              <a:rPr lang="en-US" altLang="ko-KR" sz="800" dirty="0"/>
              <a:t>NO</a:t>
            </a:r>
            <a:endParaRPr lang="ko-KR" altLang="en-US" sz="800" dirty="0"/>
          </a:p>
        </p:txBody>
      </p:sp>
      <p:sp>
        <p:nvSpPr>
          <p:cNvPr id="90" name="순서도: 처리 89">
            <a:extLst>
              <a:ext uri="{FF2B5EF4-FFF2-40B4-BE49-F238E27FC236}">
                <a16:creationId xmlns:a16="http://schemas.microsoft.com/office/drawing/2014/main" id="{F94702C1-6F5F-4C13-8902-B0FCD0B9716B}"/>
              </a:ext>
            </a:extLst>
          </p:cNvPr>
          <p:cNvSpPr/>
          <p:nvPr/>
        </p:nvSpPr>
        <p:spPr>
          <a:xfrm>
            <a:off x="7309910"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1" name="순서도: 처리 90">
            <a:extLst>
              <a:ext uri="{FF2B5EF4-FFF2-40B4-BE49-F238E27FC236}">
                <a16:creationId xmlns:a16="http://schemas.microsoft.com/office/drawing/2014/main" id="{3826BDDE-67AB-4622-B3CA-0FFF7875D9C6}"/>
              </a:ext>
            </a:extLst>
          </p:cNvPr>
          <p:cNvSpPr/>
          <p:nvPr/>
        </p:nvSpPr>
        <p:spPr>
          <a:xfrm>
            <a:off x="7309910"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2" name="순서도: 처리 91">
            <a:extLst>
              <a:ext uri="{FF2B5EF4-FFF2-40B4-BE49-F238E27FC236}">
                <a16:creationId xmlns:a16="http://schemas.microsoft.com/office/drawing/2014/main" id="{BF0C04A5-86C8-47D1-A466-FA2521EE0C08}"/>
              </a:ext>
            </a:extLst>
          </p:cNvPr>
          <p:cNvSpPr/>
          <p:nvPr/>
        </p:nvSpPr>
        <p:spPr>
          <a:xfrm>
            <a:off x="7309910" y="491932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2" name="순서도: 연결자 101">
            <a:extLst>
              <a:ext uri="{FF2B5EF4-FFF2-40B4-BE49-F238E27FC236}">
                <a16:creationId xmlns:a16="http://schemas.microsoft.com/office/drawing/2014/main" id="{765F2BDE-2EA3-4C11-94BC-B9A327D190A2}"/>
              </a:ext>
            </a:extLst>
          </p:cNvPr>
          <p:cNvSpPr/>
          <p:nvPr/>
        </p:nvSpPr>
        <p:spPr>
          <a:xfrm flipV="1">
            <a:off x="6660783" y="4936973"/>
            <a:ext cx="220681" cy="213440"/>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108" name="직선 화살표 연결선 107">
            <a:extLst>
              <a:ext uri="{FF2B5EF4-FFF2-40B4-BE49-F238E27FC236}">
                <a16:creationId xmlns:a16="http://schemas.microsoft.com/office/drawing/2014/main" id="{ADC20F90-A489-4328-9320-03D4106175C8}"/>
              </a:ext>
            </a:extLst>
          </p:cNvPr>
          <p:cNvCxnSpPr>
            <a:cxnSpLocks/>
            <a:stCxn id="64" idx="3"/>
            <a:endCxn id="102" idx="2"/>
          </p:cNvCxnSpPr>
          <p:nvPr/>
        </p:nvCxnSpPr>
        <p:spPr>
          <a:xfrm flipV="1">
            <a:off x="6126891" y="5043693"/>
            <a:ext cx="533892" cy="77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1" name="연결선: 꺾임 110">
            <a:extLst>
              <a:ext uri="{FF2B5EF4-FFF2-40B4-BE49-F238E27FC236}">
                <a16:creationId xmlns:a16="http://schemas.microsoft.com/office/drawing/2014/main" id="{3DF0B075-9EA2-47FF-974E-B9924014A3CF}"/>
              </a:ext>
            </a:extLst>
          </p:cNvPr>
          <p:cNvCxnSpPr>
            <a:cxnSpLocks/>
            <a:stCxn id="102" idx="6"/>
            <a:endCxn id="68" idx="1"/>
          </p:cNvCxnSpPr>
          <p:nvPr/>
        </p:nvCxnSpPr>
        <p:spPr>
          <a:xfrm flipV="1">
            <a:off x="6881464" y="2452179"/>
            <a:ext cx="429562" cy="2591514"/>
          </a:xfrm>
          <a:prstGeom prst="bentConnector3">
            <a:avLst>
              <a:gd name="adj1" fmla="val 5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77B688C4-B4FF-4E64-AE28-6708CBADC33A}"/>
              </a:ext>
            </a:extLst>
          </p:cNvPr>
          <p:cNvCxnSpPr>
            <a:cxnSpLocks/>
            <a:stCxn id="68" idx="2"/>
            <a:endCxn id="80" idx="0"/>
          </p:cNvCxnSpPr>
          <p:nvPr/>
        </p:nvCxnSpPr>
        <p:spPr>
          <a:xfrm flipH="1">
            <a:off x="7813966" y="2574853"/>
            <a:ext cx="1116"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FB6EFE39-B431-4B5A-8F10-3CA6F8183EEB}"/>
              </a:ext>
            </a:extLst>
          </p:cNvPr>
          <p:cNvCxnSpPr>
            <a:cxnSpLocks/>
            <a:stCxn id="90" idx="2"/>
            <a:endCxn id="91" idx="0"/>
          </p:cNvCxnSpPr>
          <p:nvPr/>
        </p:nvCxnSpPr>
        <p:spPr>
          <a:xfrm>
            <a:off x="7813966"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id="{F0F1D626-4190-4E9A-9718-2B44F7FA81C6}"/>
              </a:ext>
            </a:extLst>
          </p:cNvPr>
          <p:cNvCxnSpPr>
            <a:cxnSpLocks/>
            <a:stCxn id="91" idx="2"/>
            <a:endCxn id="92" idx="0"/>
          </p:cNvCxnSpPr>
          <p:nvPr/>
        </p:nvCxnSpPr>
        <p:spPr>
          <a:xfrm>
            <a:off x="7813966" y="4303045"/>
            <a:ext cx="0" cy="61628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2" name="직선 화살표 연결선 121">
            <a:extLst>
              <a:ext uri="{FF2B5EF4-FFF2-40B4-BE49-F238E27FC236}">
                <a16:creationId xmlns:a16="http://schemas.microsoft.com/office/drawing/2014/main" id="{B2F6C655-A117-4B6F-8B49-D588A28F2E32}"/>
              </a:ext>
            </a:extLst>
          </p:cNvPr>
          <p:cNvCxnSpPr>
            <a:cxnSpLocks/>
            <a:stCxn id="80" idx="2"/>
            <a:endCxn id="90" idx="0"/>
          </p:cNvCxnSpPr>
          <p:nvPr/>
        </p:nvCxnSpPr>
        <p:spPr>
          <a:xfrm>
            <a:off x="7813966" y="3006901"/>
            <a:ext cx="0" cy="61874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29" name="순서도: 처리 128">
            <a:extLst>
              <a:ext uri="{FF2B5EF4-FFF2-40B4-BE49-F238E27FC236}">
                <a16:creationId xmlns:a16="http://schemas.microsoft.com/office/drawing/2014/main" id="{C5E0E7F1-6CB3-4F14-89CD-58EA151B0DEA}"/>
              </a:ext>
            </a:extLst>
          </p:cNvPr>
          <p:cNvSpPr/>
          <p:nvPr/>
        </p:nvSpPr>
        <p:spPr>
          <a:xfrm>
            <a:off x="948037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131" name="연결선: 꺾임 130">
            <a:extLst>
              <a:ext uri="{FF2B5EF4-FFF2-40B4-BE49-F238E27FC236}">
                <a16:creationId xmlns:a16="http://schemas.microsoft.com/office/drawing/2014/main" id="{B5AC9210-77F4-4E89-88B6-3C03C5E93744}"/>
              </a:ext>
            </a:extLst>
          </p:cNvPr>
          <p:cNvCxnSpPr>
            <a:cxnSpLocks/>
            <a:stCxn id="92" idx="3"/>
            <a:endCxn id="129" idx="1"/>
          </p:cNvCxnSpPr>
          <p:nvPr/>
        </p:nvCxnSpPr>
        <p:spPr>
          <a:xfrm flipV="1">
            <a:off x="8318022" y="2452179"/>
            <a:ext cx="1162354" cy="2589820"/>
          </a:xfrm>
          <a:prstGeom prst="bentConnector3">
            <a:avLst>
              <a:gd name="adj1" fmla="val 80156"/>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5" name="직선 화살표 연결선 134">
            <a:extLst>
              <a:ext uri="{FF2B5EF4-FFF2-40B4-BE49-F238E27FC236}">
                <a16:creationId xmlns:a16="http://schemas.microsoft.com/office/drawing/2014/main" id="{5BF4D991-F29C-40EB-B5CA-AFEF2A972045}"/>
              </a:ext>
            </a:extLst>
          </p:cNvPr>
          <p:cNvCxnSpPr>
            <a:cxnSpLocks/>
            <a:stCxn id="129" idx="2"/>
            <a:endCxn id="41" idx="0"/>
          </p:cNvCxnSpPr>
          <p:nvPr/>
        </p:nvCxnSpPr>
        <p:spPr>
          <a:xfrm>
            <a:off x="9984432"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67AF5BC9-6B21-4D64-96A5-A1A3444E5C3B}"/>
              </a:ext>
            </a:extLst>
          </p:cNvPr>
          <p:cNvSpPr/>
          <p:nvPr/>
        </p:nvSpPr>
        <p:spPr>
          <a:xfrm>
            <a:off x="6484982" y="5113660"/>
            <a:ext cx="567784" cy="215444"/>
          </a:xfrm>
          <a:prstGeom prst="rect">
            <a:avLst/>
          </a:prstGeom>
        </p:spPr>
        <p:txBody>
          <a:bodyPr wrap="none">
            <a:spAutoFit/>
          </a:bodyPr>
          <a:lstStyle/>
          <a:p>
            <a:r>
              <a:rPr lang="en-US" altLang="ko-KR" sz="800" dirty="0"/>
              <a:t>Connect</a:t>
            </a:r>
            <a:endParaRPr lang="ko-KR" altLang="en-US" sz="800" dirty="0"/>
          </a:p>
        </p:txBody>
      </p:sp>
      <p:sp>
        <p:nvSpPr>
          <p:cNvPr id="139" name="TextBox 138">
            <a:extLst>
              <a:ext uri="{FF2B5EF4-FFF2-40B4-BE49-F238E27FC236}">
                <a16:creationId xmlns:a16="http://schemas.microsoft.com/office/drawing/2014/main" id="{019DD9D0-C87E-43B8-8B11-2D13E82FE4B0}"/>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3</a:t>
            </a:fld>
            <a:endParaRPr lang="ko-KR" altLang="en-US" sz="900" dirty="0"/>
          </a:p>
        </p:txBody>
      </p:sp>
    </p:spTree>
    <p:extLst>
      <p:ext uri="{BB962C8B-B14F-4D97-AF65-F5344CB8AC3E}">
        <p14:creationId xmlns:p14="http://schemas.microsoft.com/office/powerpoint/2010/main" val="26882853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59323A-BA29-4853-97C4-82E74244E3A8}"/>
              </a:ext>
            </a:extLst>
          </p:cNvPr>
          <p:cNvSpPr>
            <a:spLocks noGrp="1"/>
          </p:cNvSpPr>
          <p:nvPr>
            <p:ph type="title"/>
          </p:nvPr>
        </p:nvSpPr>
        <p:spPr/>
        <p:txBody>
          <a:bodyPr/>
          <a:lstStyle/>
          <a:p>
            <a:r>
              <a:rPr lang="en-US" altLang="ko-KR" dirty="0"/>
              <a:t>Logic process</a:t>
            </a:r>
            <a:endParaRPr lang="ko-KR" altLang="en-US" dirty="0"/>
          </a:p>
        </p:txBody>
      </p:sp>
      <p:sp>
        <p:nvSpPr>
          <p:cNvPr id="3" name="순서도: 수행의 시작/종료 2">
            <a:extLst>
              <a:ext uri="{FF2B5EF4-FFF2-40B4-BE49-F238E27FC236}">
                <a16:creationId xmlns:a16="http://schemas.microsoft.com/office/drawing/2014/main" id="{7ABCC58B-C902-4B98-9934-5568B03423A9}"/>
              </a:ext>
            </a:extLst>
          </p:cNvPr>
          <p:cNvSpPr/>
          <p:nvPr/>
        </p:nvSpPr>
        <p:spPr>
          <a:xfrm>
            <a:off x="987139" y="1412705"/>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Start</a:t>
            </a:r>
            <a:endParaRPr lang="ko-KR" altLang="en-US" sz="800" dirty="0">
              <a:solidFill>
                <a:schemeClr val="tx1"/>
              </a:solidFill>
              <a:latin typeface="+mn-ea"/>
            </a:endParaRPr>
          </a:p>
        </p:txBody>
      </p:sp>
      <p:sp>
        <p:nvSpPr>
          <p:cNvPr id="4" name="순서도: 연결자 3">
            <a:extLst>
              <a:ext uri="{FF2B5EF4-FFF2-40B4-BE49-F238E27FC236}">
                <a16:creationId xmlns:a16="http://schemas.microsoft.com/office/drawing/2014/main" id="{09835F90-31FF-4CE6-93EA-384398F864F1}"/>
              </a:ext>
            </a:extLst>
          </p:cNvPr>
          <p:cNvSpPr/>
          <p:nvPr/>
        </p:nvSpPr>
        <p:spPr>
          <a:xfrm>
            <a:off x="1193602" y="1889738"/>
            <a:ext cx="839946" cy="423118"/>
          </a:xfrm>
          <a:prstGeom prst="flowChartConnector">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rPr>
              <a:t>Connect</a:t>
            </a:r>
            <a:endParaRPr lang="ko-KR" altLang="en-US" sz="800" dirty="0">
              <a:solidFill>
                <a:schemeClr val="tx1"/>
              </a:solidFill>
            </a:endParaRPr>
          </a:p>
        </p:txBody>
      </p:sp>
      <p:sp>
        <p:nvSpPr>
          <p:cNvPr id="5" name="순서도: 문서 4">
            <a:extLst>
              <a:ext uri="{FF2B5EF4-FFF2-40B4-BE49-F238E27FC236}">
                <a16:creationId xmlns:a16="http://schemas.microsoft.com/office/drawing/2014/main" id="{0E15F842-68E6-43D1-8D78-CCFA96B7A5EF}"/>
              </a:ext>
            </a:extLst>
          </p:cNvPr>
          <p:cNvSpPr/>
          <p:nvPr/>
        </p:nvSpPr>
        <p:spPr>
          <a:xfrm>
            <a:off x="2571315" y="1967278"/>
            <a:ext cx="1250840" cy="268183"/>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sp>
        <p:nvSpPr>
          <p:cNvPr id="6" name="순서도: 문서 5">
            <a:extLst>
              <a:ext uri="{FF2B5EF4-FFF2-40B4-BE49-F238E27FC236}">
                <a16:creationId xmlns:a16="http://schemas.microsoft.com/office/drawing/2014/main" id="{C240C327-982E-4DF0-92EF-6CBCA002AE79}"/>
              </a:ext>
            </a:extLst>
          </p:cNvPr>
          <p:cNvSpPr/>
          <p:nvPr/>
        </p:nvSpPr>
        <p:spPr>
          <a:xfrm>
            <a:off x="2571315" y="295305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a:t>
            </a:r>
            <a:r>
              <a:rPr lang="ko-KR" altLang="en-US" sz="800" dirty="0">
                <a:solidFill>
                  <a:schemeClr val="tx1"/>
                </a:solidFill>
                <a:latin typeface="+mn-ea"/>
              </a:rPr>
              <a:t> </a:t>
            </a:r>
            <a:r>
              <a:rPr lang="en-US" altLang="ko-KR" sz="800" dirty="0">
                <a:solidFill>
                  <a:schemeClr val="tx1"/>
                </a:solidFill>
                <a:latin typeface="+mn-ea"/>
              </a:rPr>
              <a:t>Page</a:t>
            </a:r>
            <a:endParaRPr lang="ko-KR" altLang="en-US" sz="800" dirty="0">
              <a:solidFill>
                <a:schemeClr val="tx1"/>
              </a:solidFill>
              <a:latin typeface="+mn-ea"/>
            </a:endParaRPr>
          </a:p>
        </p:txBody>
      </p:sp>
      <p:sp>
        <p:nvSpPr>
          <p:cNvPr id="7" name="순서도: 데이터 6">
            <a:extLst>
              <a:ext uri="{FF2B5EF4-FFF2-40B4-BE49-F238E27FC236}">
                <a16:creationId xmlns:a16="http://schemas.microsoft.com/office/drawing/2014/main" id="{1CC14481-805C-41C6-8ACD-B0F5E46B49E1}"/>
              </a:ext>
            </a:extLst>
          </p:cNvPr>
          <p:cNvSpPr/>
          <p:nvPr/>
        </p:nvSpPr>
        <p:spPr>
          <a:xfrm>
            <a:off x="2571315" y="3437664"/>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Input</a:t>
            </a:r>
            <a:endParaRPr lang="ko-KR" altLang="en-US" sz="800" dirty="0">
              <a:solidFill>
                <a:schemeClr val="tx1"/>
              </a:solidFill>
              <a:latin typeface="+mn-ea"/>
            </a:endParaRPr>
          </a:p>
        </p:txBody>
      </p:sp>
      <p:sp>
        <p:nvSpPr>
          <p:cNvPr id="8" name="순서도: 처리 7">
            <a:extLst>
              <a:ext uri="{FF2B5EF4-FFF2-40B4-BE49-F238E27FC236}">
                <a16:creationId xmlns:a16="http://schemas.microsoft.com/office/drawing/2014/main" id="{2690B69F-F877-4C2E-B2F8-D0F82777EE3A}"/>
              </a:ext>
            </a:extLst>
          </p:cNvPr>
          <p:cNvSpPr/>
          <p:nvPr/>
        </p:nvSpPr>
        <p:spPr>
          <a:xfrm>
            <a:off x="2571315" y="4580873"/>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sp>
        <p:nvSpPr>
          <p:cNvPr id="9" name="직사각형 8">
            <a:extLst>
              <a:ext uri="{FF2B5EF4-FFF2-40B4-BE49-F238E27FC236}">
                <a16:creationId xmlns:a16="http://schemas.microsoft.com/office/drawing/2014/main" id="{D419C03A-C743-48B8-88E4-062566973580}"/>
              </a:ext>
            </a:extLst>
          </p:cNvPr>
          <p:cNvSpPr/>
          <p:nvPr/>
        </p:nvSpPr>
        <p:spPr>
          <a:xfrm>
            <a:off x="2567608" y="5684629"/>
            <a:ext cx="1250840" cy="270811"/>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10" name="직선 화살표 연결선 9">
            <a:extLst>
              <a:ext uri="{FF2B5EF4-FFF2-40B4-BE49-F238E27FC236}">
                <a16:creationId xmlns:a16="http://schemas.microsoft.com/office/drawing/2014/main" id="{E0826F1B-8FF2-4E76-AC44-2B3FF6AF2695}"/>
              </a:ext>
            </a:extLst>
          </p:cNvPr>
          <p:cNvCxnSpPr>
            <a:cxnSpLocks/>
            <a:stCxn id="3" idx="2"/>
            <a:endCxn id="4" idx="0"/>
          </p:cNvCxnSpPr>
          <p:nvPr/>
        </p:nvCxnSpPr>
        <p:spPr>
          <a:xfrm>
            <a:off x="1612559" y="1683516"/>
            <a:ext cx="1016" cy="20622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847B850D-8C85-4A53-AA88-17B1200FA366}"/>
              </a:ext>
            </a:extLst>
          </p:cNvPr>
          <p:cNvCxnSpPr>
            <a:cxnSpLocks/>
            <a:stCxn id="4" idx="6"/>
            <a:endCxn id="5" idx="1"/>
          </p:cNvCxnSpPr>
          <p:nvPr/>
        </p:nvCxnSpPr>
        <p:spPr>
          <a:xfrm>
            <a:off x="2033548" y="2101297"/>
            <a:ext cx="537767" cy="73"/>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1C4B242B-070E-4DA4-B82E-DC6BD08754D0}"/>
              </a:ext>
            </a:extLst>
          </p:cNvPr>
          <p:cNvCxnSpPr>
            <a:cxnSpLocks/>
            <a:stCxn id="17" idx="4"/>
            <a:endCxn id="6" idx="0"/>
          </p:cNvCxnSpPr>
          <p:nvPr/>
        </p:nvCxnSpPr>
        <p:spPr>
          <a:xfrm>
            <a:off x="3196735" y="2717686"/>
            <a:ext cx="0" cy="23536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D937FA9A-C378-4324-88EA-1083C90F53E7}"/>
              </a:ext>
            </a:extLst>
          </p:cNvPr>
          <p:cNvCxnSpPr>
            <a:cxnSpLocks/>
            <a:stCxn id="6" idx="2"/>
            <a:endCxn id="7" idx="1"/>
          </p:cNvCxnSpPr>
          <p:nvPr/>
        </p:nvCxnSpPr>
        <p:spPr>
          <a:xfrm>
            <a:off x="3196735" y="3205958"/>
            <a:ext cx="0" cy="23170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01C6483E-736B-4876-9EA9-8091D3C9D39A}"/>
              </a:ext>
            </a:extLst>
          </p:cNvPr>
          <p:cNvCxnSpPr>
            <a:cxnSpLocks/>
            <a:stCxn id="24" idx="2"/>
            <a:endCxn id="9" idx="0"/>
          </p:cNvCxnSpPr>
          <p:nvPr/>
        </p:nvCxnSpPr>
        <p:spPr>
          <a:xfrm>
            <a:off x="3193028" y="5446317"/>
            <a:ext cx="0" cy="23831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pic>
        <p:nvPicPr>
          <p:cNvPr id="15" name="그림 14">
            <a:extLst>
              <a:ext uri="{FF2B5EF4-FFF2-40B4-BE49-F238E27FC236}">
                <a16:creationId xmlns:a16="http://schemas.microsoft.com/office/drawing/2014/main" id="{BD256A01-B77D-45A8-AE8C-48708935CB2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4155491" y="2862437"/>
            <a:ext cx="459859" cy="361426"/>
          </a:xfrm>
          <a:prstGeom prst="rect">
            <a:avLst/>
          </a:prstGeom>
        </p:spPr>
      </p:pic>
      <p:cxnSp>
        <p:nvCxnSpPr>
          <p:cNvPr id="16" name="연결선: 꺾임 15">
            <a:extLst>
              <a:ext uri="{FF2B5EF4-FFF2-40B4-BE49-F238E27FC236}">
                <a16:creationId xmlns:a16="http://schemas.microsoft.com/office/drawing/2014/main" id="{2745E9B1-FB5C-4A96-9469-E7331F8F373D}"/>
              </a:ext>
            </a:extLst>
          </p:cNvPr>
          <p:cNvCxnSpPr>
            <a:cxnSpLocks/>
            <a:stCxn id="17" idx="5"/>
            <a:endCxn id="15" idx="0"/>
          </p:cNvCxnSpPr>
          <p:nvPr/>
        </p:nvCxnSpPr>
        <p:spPr>
          <a:xfrm>
            <a:off x="3697071" y="2582281"/>
            <a:ext cx="688350" cy="28015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순서도: 데이터 16">
            <a:extLst>
              <a:ext uri="{FF2B5EF4-FFF2-40B4-BE49-F238E27FC236}">
                <a16:creationId xmlns:a16="http://schemas.microsoft.com/office/drawing/2014/main" id="{532ECC3C-20A5-4EE8-BECA-7DAD3707C007}"/>
              </a:ext>
            </a:extLst>
          </p:cNvPr>
          <p:cNvSpPr/>
          <p:nvPr/>
        </p:nvSpPr>
        <p:spPr>
          <a:xfrm>
            <a:off x="2571315" y="2446875"/>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Input</a:t>
            </a:r>
            <a:endParaRPr lang="ko-KR" altLang="en-US" sz="800" dirty="0">
              <a:solidFill>
                <a:schemeClr val="tx1"/>
              </a:solidFill>
              <a:latin typeface="+mn-ea"/>
            </a:endParaRPr>
          </a:p>
        </p:txBody>
      </p:sp>
      <p:cxnSp>
        <p:nvCxnSpPr>
          <p:cNvPr id="18" name="직선 화살표 연결선 17">
            <a:extLst>
              <a:ext uri="{FF2B5EF4-FFF2-40B4-BE49-F238E27FC236}">
                <a16:creationId xmlns:a16="http://schemas.microsoft.com/office/drawing/2014/main" id="{36FAF4B6-1649-424D-AAED-747439FA65F3}"/>
              </a:ext>
            </a:extLst>
          </p:cNvPr>
          <p:cNvCxnSpPr>
            <a:cxnSpLocks/>
            <a:stCxn id="5" idx="2"/>
            <a:endCxn id="17" idx="1"/>
          </p:cNvCxnSpPr>
          <p:nvPr/>
        </p:nvCxnSpPr>
        <p:spPr>
          <a:xfrm>
            <a:off x="3196735" y="2217731"/>
            <a:ext cx="0" cy="22914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연결선: 꺾임 18">
            <a:extLst>
              <a:ext uri="{FF2B5EF4-FFF2-40B4-BE49-F238E27FC236}">
                <a16:creationId xmlns:a16="http://schemas.microsoft.com/office/drawing/2014/main" id="{92D3540F-C78E-47B6-A8EA-D9ECFFEF2174}"/>
              </a:ext>
            </a:extLst>
          </p:cNvPr>
          <p:cNvCxnSpPr>
            <a:cxnSpLocks/>
            <a:stCxn id="7" idx="5"/>
            <a:endCxn id="15" idx="2"/>
          </p:cNvCxnSpPr>
          <p:nvPr/>
        </p:nvCxnSpPr>
        <p:spPr>
          <a:xfrm flipV="1">
            <a:off x="3697071" y="3223863"/>
            <a:ext cx="688350" cy="349207"/>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연결선: 꺾임 19">
            <a:extLst>
              <a:ext uri="{FF2B5EF4-FFF2-40B4-BE49-F238E27FC236}">
                <a16:creationId xmlns:a16="http://schemas.microsoft.com/office/drawing/2014/main" id="{D044B870-BE70-4474-A759-21BFE34415F8}"/>
              </a:ext>
            </a:extLst>
          </p:cNvPr>
          <p:cNvCxnSpPr>
            <a:cxnSpLocks/>
            <a:stCxn id="8" idx="3"/>
            <a:endCxn id="15" idx="2"/>
          </p:cNvCxnSpPr>
          <p:nvPr/>
        </p:nvCxnSpPr>
        <p:spPr>
          <a:xfrm flipV="1">
            <a:off x="3822155" y="3223863"/>
            <a:ext cx="563266" cy="149241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C979A595-E402-41D4-9AF5-FFDF67201D69}"/>
              </a:ext>
            </a:extLst>
          </p:cNvPr>
          <p:cNvSpPr/>
          <p:nvPr/>
        </p:nvSpPr>
        <p:spPr>
          <a:xfrm>
            <a:off x="4610107" y="2299569"/>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24" name="순서도: 판단 23">
            <a:extLst>
              <a:ext uri="{FF2B5EF4-FFF2-40B4-BE49-F238E27FC236}">
                <a16:creationId xmlns:a16="http://schemas.microsoft.com/office/drawing/2014/main" id="{BFF3DC12-16D0-4852-A918-14BB455A5AA9}"/>
              </a:ext>
            </a:extLst>
          </p:cNvPr>
          <p:cNvSpPr/>
          <p:nvPr/>
        </p:nvSpPr>
        <p:spPr>
          <a:xfrm>
            <a:off x="2567608" y="507615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5" name="직선 화살표 연결선 24">
            <a:extLst>
              <a:ext uri="{FF2B5EF4-FFF2-40B4-BE49-F238E27FC236}">
                <a16:creationId xmlns:a16="http://schemas.microsoft.com/office/drawing/2014/main" id="{73BEF36F-A4D7-47E5-85FD-A62573759E3F}"/>
              </a:ext>
            </a:extLst>
          </p:cNvPr>
          <p:cNvCxnSpPr>
            <a:cxnSpLocks/>
            <a:stCxn id="8" idx="2"/>
            <a:endCxn id="24" idx="0"/>
          </p:cNvCxnSpPr>
          <p:nvPr/>
        </p:nvCxnSpPr>
        <p:spPr>
          <a:xfrm flipH="1">
            <a:off x="3193028" y="4851684"/>
            <a:ext cx="3707" cy="22447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6" name="순서도: 판단 25">
            <a:extLst>
              <a:ext uri="{FF2B5EF4-FFF2-40B4-BE49-F238E27FC236}">
                <a16:creationId xmlns:a16="http://schemas.microsoft.com/office/drawing/2014/main" id="{BD3BFB7D-AB9B-4BFD-84DB-576DDAF7F07B}"/>
              </a:ext>
            </a:extLst>
          </p:cNvPr>
          <p:cNvSpPr/>
          <p:nvPr/>
        </p:nvSpPr>
        <p:spPr>
          <a:xfrm>
            <a:off x="2567608" y="394364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7" name="직선 화살표 연결선 26">
            <a:extLst>
              <a:ext uri="{FF2B5EF4-FFF2-40B4-BE49-F238E27FC236}">
                <a16:creationId xmlns:a16="http://schemas.microsoft.com/office/drawing/2014/main" id="{313B46C2-553D-4E74-B04A-6AC14D99B3C5}"/>
              </a:ext>
            </a:extLst>
          </p:cNvPr>
          <p:cNvCxnSpPr>
            <a:cxnSpLocks/>
            <a:stCxn id="7" idx="4"/>
            <a:endCxn id="26" idx="0"/>
          </p:cNvCxnSpPr>
          <p:nvPr/>
        </p:nvCxnSpPr>
        <p:spPr>
          <a:xfrm flipH="1">
            <a:off x="3193028" y="3708475"/>
            <a:ext cx="3707" cy="23517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EDE36BC-446C-4495-AFBF-EF2B2AE0A8CF}"/>
              </a:ext>
            </a:extLst>
          </p:cNvPr>
          <p:cNvSpPr txBox="1"/>
          <p:nvPr/>
        </p:nvSpPr>
        <p:spPr>
          <a:xfrm>
            <a:off x="3196735" y="4305248"/>
            <a:ext cx="351378" cy="215444"/>
          </a:xfrm>
          <a:prstGeom prst="rect">
            <a:avLst/>
          </a:prstGeom>
          <a:noFill/>
        </p:spPr>
        <p:txBody>
          <a:bodyPr wrap="none" rtlCol="0">
            <a:spAutoFit/>
          </a:bodyPr>
          <a:lstStyle/>
          <a:p>
            <a:r>
              <a:rPr lang="en-US" altLang="ko-KR" sz="800" dirty="0"/>
              <a:t>YES</a:t>
            </a:r>
            <a:endParaRPr lang="ko-KR" altLang="en-US" sz="800" dirty="0"/>
          </a:p>
        </p:txBody>
      </p:sp>
      <p:cxnSp>
        <p:nvCxnSpPr>
          <p:cNvPr id="29" name="연결선: 꺾임 28">
            <a:extLst>
              <a:ext uri="{FF2B5EF4-FFF2-40B4-BE49-F238E27FC236}">
                <a16:creationId xmlns:a16="http://schemas.microsoft.com/office/drawing/2014/main" id="{9640EE09-0671-4F06-9959-663C5E57C791}"/>
              </a:ext>
            </a:extLst>
          </p:cNvPr>
          <p:cNvCxnSpPr>
            <a:cxnSpLocks/>
            <a:stCxn id="26" idx="1"/>
            <a:endCxn id="7" idx="2"/>
          </p:cNvCxnSpPr>
          <p:nvPr/>
        </p:nvCxnSpPr>
        <p:spPr>
          <a:xfrm rot="10800000" flipH="1">
            <a:off x="2567607" y="3573070"/>
            <a:ext cx="128791" cy="555658"/>
          </a:xfrm>
          <a:prstGeom prst="bentConnector3">
            <a:avLst>
              <a:gd name="adj1" fmla="val -177497"/>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683E7D5-B666-42FE-9394-6C8BC344AB76}"/>
              </a:ext>
            </a:extLst>
          </p:cNvPr>
          <p:cNvSpPr txBox="1"/>
          <p:nvPr/>
        </p:nvSpPr>
        <p:spPr>
          <a:xfrm>
            <a:off x="2020361" y="375146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1" name="연결선: 꺾임 30">
            <a:extLst>
              <a:ext uri="{FF2B5EF4-FFF2-40B4-BE49-F238E27FC236}">
                <a16:creationId xmlns:a16="http://schemas.microsoft.com/office/drawing/2014/main" id="{2E4557EB-9479-4FCF-A9B3-7B576194D96D}"/>
              </a:ext>
            </a:extLst>
          </p:cNvPr>
          <p:cNvCxnSpPr>
            <a:cxnSpLocks/>
            <a:stCxn id="24" idx="1"/>
            <a:endCxn id="8" idx="1"/>
          </p:cNvCxnSpPr>
          <p:nvPr/>
        </p:nvCxnSpPr>
        <p:spPr>
          <a:xfrm rot="10800000" flipH="1">
            <a:off x="2567607" y="4716280"/>
            <a:ext cx="3707" cy="544959"/>
          </a:xfrm>
          <a:prstGeom prst="bentConnector3">
            <a:avLst>
              <a:gd name="adj1" fmla="val -616671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3C9ED10-45FE-4752-B5BE-FE49D67C539F}"/>
              </a:ext>
            </a:extLst>
          </p:cNvPr>
          <p:cNvSpPr txBox="1"/>
          <p:nvPr/>
        </p:nvSpPr>
        <p:spPr>
          <a:xfrm>
            <a:off x="2020361" y="487874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3" name="직선 화살표 연결선 32">
            <a:extLst>
              <a:ext uri="{FF2B5EF4-FFF2-40B4-BE49-F238E27FC236}">
                <a16:creationId xmlns:a16="http://schemas.microsoft.com/office/drawing/2014/main" id="{6BCDCBAA-6D4D-4914-844E-2669991E5920}"/>
              </a:ext>
            </a:extLst>
          </p:cNvPr>
          <p:cNvCxnSpPr>
            <a:cxnSpLocks/>
            <a:stCxn id="9" idx="3"/>
            <a:endCxn id="36" idx="1"/>
          </p:cNvCxnSpPr>
          <p:nvPr/>
        </p:nvCxnSpPr>
        <p:spPr>
          <a:xfrm flipV="1">
            <a:off x="3818448" y="5820034"/>
            <a:ext cx="632100" cy="1"/>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90668E5C-AAEC-478B-B34E-32EF15E57B4D}"/>
              </a:ext>
            </a:extLst>
          </p:cNvPr>
          <p:cNvCxnSpPr>
            <a:cxnSpLocks/>
            <a:stCxn id="26" idx="2"/>
            <a:endCxn id="8" idx="0"/>
          </p:cNvCxnSpPr>
          <p:nvPr/>
        </p:nvCxnSpPr>
        <p:spPr>
          <a:xfrm>
            <a:off x="3193028" y="4313807"/>
            <a:ext cx="3707" cy="2670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35" name="그룹 34">
            <a:extLst>
              <a:ext uri="{FF2B5EF4-FFF2-40B4-BE49-F238E27FC236}">
                <a16:creationId xmlns:a16="http://schemas.microsoft.com/office/drawing/2014/main" id="{0B862C06-495F-4C96-A4CD-EA7B9024429C}"/>
              </a:ext>
            </a:extLst>
          </p:cNvPr>
          <p:cNvGrpSpPr/>
          <p:nvPr/>
        </p:nvGrpSpPr>
        <p:grpSpPr>
          <a:xfrm>
            <a:off x="4450548" y="5514358"/>
            <a:ext cx="611352" cy="825389"/>
            <a:chOff x="4450548" y="5707001"/>
            <a:chExt cx="611352" cy="825389"/>
          </a:xfrm>
        </p:grpSpPr>
        <p:pic>
          <p:nvPicPr>
            <p:cNvPr id="36" name="그림 35" descr="모니터, 컴퓨터이(가) 표시된 사진&#10;&#10;자동 생성된 설명">
              <a:extLst>
                <a:ext uri="{FF2B5EF4-FFF2-40B4-BE49-F238E27FC236}">
                  <a16:creationId xmlns:a16="http://schemas.microsoft.com/office/drawing/2014/main" id="{3C2A6697-8920-4F22-9CDE-2A20F0239D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0548" y="5707001"/>
              <a:ext cx="611352" cy="611352"/>
            </a:xfrm>
            <a:prstGeom prst="rect">
              <a:avLst/>
            </a:prstGeom>
          </p:spPr>
        </p:pic>
        <p:sp>
          <p:nvSpPr>
            <p:cNvPr id="37" name="직사각형 36">
              <a:extLst>
                <a:ext uri="{FF2B5EF4-FFF2-40B4-BE49-F238E27FC236}">
                  <a16:creationId xmlns:a16="http://schemas.microsoft.com/office/drawing/2014/main" id="{01B69E5D-8521-4959-946C-429B1E324AD0}"/>
                </a:ext>
              </a:extLst>
            </p:cNvPr>
            <p:cNvSpPr/>
            <p:nvPr/>
          </p:nvSpPr>
          <p:spPr>
            <a:xfrm>
              <a:off x="4489764" y="6193836"/>
              <a:ext cx="550151" cy="338554"/>
            </a:xfrm>
            <a:prstGeom prst="rect">
              <a:avLst/>
            </a:prstGeom>
          </p:spPr>
          <p:txBody>
            <a:bodyPr wrap="none">
              <a:spAutoFit/>
            </a:bodyPr>
            <a:lstStyle/>
            <a:p>
              <a:pPr algn="ctr"/>
              <a:r>
                <a:rPr lang="en-US" altLang="ko-KR" sz="800" dirty="0">
                  <a:latin typeface="+mn-ea"/>
                </a:rPr>
                <a:t>DB</a:t>
              </a:r>
            </a:p>
            <a:p>
              <a:pPr algn="ctr"/>
              <a:r>
                <a:rPr lang="en-US" altLang="ko-KR" sz="800" dirty="0">
                  <a:latin typeface="+mn-ea"/>
                </a:rPr>
                <a:t>connect</a:t>
              </a:r>
            </a:p>
          </p:txBody>
        </p:sp>
      </p:grpSp>
      <p:sp>
        <p:nvSpPr>
          <p:cNvPr id="38" name="TextBox 37">
            <a:extLst>
              <a:ext uri="{FF2B5EF4-FFF2-40B4-BE49-F238E27FC236}">
                <a16:creationId xmlns:a16="http://schemas.microsoft.com/office/drawing/2014/main" id="{CDBB834D-792F-4592-AEE0-7EC2F4179A1F}"/>
              </a:ext>
            </a:extLst>
          </p:cNvPr>
          <p:cNvSpPr txBox="1"/>
          <p:nvPr/>
        </p:nvSpPr>
        <p:spPr>
          <a:xfrm>
            <a:off x="5716207" y="5282850"/>
            <a:ext cx="343364" cy="215444"/>
          </a:xfrm>
          <a:prstGeom prst="rect">
            <a:avLst/>
          </a:prstGeom>
          <a:noFill/>
        </p:spPr>
        <p:txBody>
          <a:bodyPr wrap="none" rtlCol="0">
            <a:spAutoFit/>
          </a:bodyPr>
          <a:lstStyle/>
          <a:p>
            <a:r>
              <a:rPr lang="en-US" altLang="ko-KR" sz="800" dirty="0"/>
              <a:t>NO</a:t>
            </a:r>
            <a:endParaRPr lang="ko-KR" altLang="en-US" sz="800" dirty="0"/>
          </a:p>
        </p:txBody>
      </p:sp>
      <p:sp>
        <p:nvSpPr>
          <p:cNvPr id="39" name="TextBox 38">
            <a:extLst>
              <a:ext uri="{FF2B5EF4-FFF2-40B4-BE49-F238E27FC236}">
                <a16:creationId xmlns:a16="http://schemas.microsoft.com/office/drawing/2014/main" id="{81780DCC-CFC5-4945-8991-19F7ACDD9636}"/>
              </a:ext>
            </a:extLst>
          </p:cNvPr>
          <p:cNvSpPr txBox="1"/>
          <p:nvPr/>
        </p:nvSpPr>
        <p:spPr>
          <a:xfrm>
            <a:off x="6601410" y="5848385"/>
            <a:ext cx="351378" cy="215444"/>
          </a:xfrm>
          <a:prstGeom prst="rect">
            <a:avLst/>
          </a:prstGeom>
          <a:noFill/>
        </p:spPr>
        <p:txBody>
          <a:bodyPr wrap="none" rtlCol="0">
            <a:spAutoFit/>
          </a:bodyPr>
          <a:lstStyle/>
          <a:p>
            <a:r>
              <a:rPr lang="en-US" altLang="ko-KR" sz="800" dirty="0"/>
              <a:t>YES</a:t>
            </a:r>
            <a:endParaRPr lang="ko-KR" altLang="en-US" sz="800" dirty="0"/>
          </a:p>
        </p:txBody>
      </p:sp>
      <p:sp>
        <p:nvSpPr>
          <p:cNvPr id="40" name="순서도: 판단 39">
            <a:extLst>
              <a:ext uri="{FF2B5EF4-FFF2-40B4-BE49-F238E27FC236}">
                <a16:creationId xmlns:a16="http://schemas.microsoft.com/office/drawing/2014/main" id="{C8DFA961-9C3C-4C30-864F-C8B2495CDE41}"/>
              </a:ext>
            </a:extLst>
          </p:cNvPr>
          <p:cNvSpPr/>
          <p:nvPr/>
        </p:nvSpPr>
        <p:spPr>
          <a:xfrm>
            <a:off x="6974258" y="5629646"/>
            <a:ext cx="1250840" cy="370158"/>
          </a:xfrm>
          <a:prstGeom prst="flowChartDecision">
            <a:avLst/>
          </a:prstGeom>
          <a:solidFill>
            <a:schemeClr val="tx2">
              <a:lumMod val="40000"/>
              <a:lumOff val="6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41" name="직선 화살표 연결선 40">
            <a:extLst>
              <a:ext uri="{FF2B5EF4-FFF2-40B4-BE49-F238E27FC236}">
                <a16:creationId xmlns:a16="http://schemas.microsoft.com/office/drawing/2014/main" id="{24E8919D-8F8E-45BE-9A3D-EDDDB46B6E18}"/>
              </a:ext>
            </a:extLst>
          </p:cNvPr>
          <p:cNvCxnSpPr>
            <a:cxnSpLocks/>
            <a:stCxn id="40" idx="3"/>
            <a:endCxn id="51" idx="1"/>
          </p:cNvCxnSpPr>
          <p:nvPr/>
        </p:nvCxnSpPr>
        <p:spPr>
          <a:xfrm>
            <a:off x="8225098" y="5814725"/>
            <a:ext cx="337691" cy="43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812B98E6-C4B3-479C-BD7F-B6F15875EA1B}"/>
              </a:ext>
            </a:extLst>
          </p:cNvPr>
          <p:cNvCxnSpPr>
            <a:cxnSpLocks/>
            <a:stCxn id="36" idx="3"/>
            <a:endCxn id="44" idx="1"/>
          </p:cNvCxnSpPr>
          <p:nvPr/>
        </p:nvCxnSpPr>
        <p:spPr>
          <a:xfrm flipV="1">
            <a:off x="5061900" y="5814725"/>
            <a:ext cx="352714" cy="530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F8C50822-0EF5-47D1-B5DB-0C5459D23882}"/>
              </a:ext>
            </a:extLst>
          </p:cNvPr>
          <p:cNvCxnSpPr>
            <a:cxnSpLocks/>
            <a:stCxn id="44" idx="3"/>
            <a:endCxn id="40" idx="1"/>
          </p:cNvCxnSpPr>
          <p:nvPr/>
        </p:nvCxnSpPr>
        <p:spPr>
          <a:xfrm>
            <a:off x="6665454" y="5814725"/>
            <a:ext cx="308804" cy="0"/>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순서도: 판단 43">
            <a:extLst>
              <a:ext uri="{FF2B5EF4-FFF2-40B4-BE49-F238E27FC236}">
                <a16:creationId xmlns:a16="http://schemas.microsoft.com/office/drawing/2014/main" id="{BE7AD93A-2836-4E1C-AE24-F846820318D6}"/>
              </a:ext>
            </a:extLst>
          </p:cNvPr>
          <p:cNvSpPr/>
          <p:nvPr/>
        </p:nvSpPr>
        <p:spPr>
          <a:xfrm>
            <a:off x="5414614" y="5629646"/>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sp>
        <p:nvSpPr>
          <p:cNvPr id="46" name="순서도: 문서 45">
            <a:extLst>
              <a:ext uri="{FF2B5EF4-FFF2-40B4-BE49-F238E27FC236}">
                <a16:creationId xmlns:a16="http://schemas.microsoft.com/office/drawing/2014/main" id="{5EAE26FF-F860-4A3F-9D74-184928F86D0B}"/>
              </a:ext>
            </a:extLst>
          </p:cNvPr>
          <p:cNvSpPr/>
          <p:nvPr/>
        </p:nvSpPr>
        <p:spPr>
          <a:xfrm>
            <a:off x="5414613" y="490019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cxnSp>
        <p:nvCxnSpPr>
          <p:cNvPr id="47" name="직선 화살표 연결선 46">
            <a:extLst>
              <a:ext uri="{FF2B5EF4-FFF2-40B4-BE49-F238E27FC236}">
                <a16:creationId xmlns:a16="http://schemas.microsoft.com/office/drawing/2014/main" id="{E64056ED-19FC-4824-A1AF-4BD96DA61C75}"/>
              </a:ext>
            </a:extLst>
          </p:cNvPr>
          <p:cNvCxnSpPr>
            <a:cxnSpLocks/>
            <a:stCxn id="44" idx="0"/>
            <a:endCxn id="46" idx="2"/>
          </p:cNvCxnSpPr>
          <p:nvPr/>
        </p:nvCxnSpPr>
        <p:spPr>
          <a:xfrm flipH="1" flipV="1">
            <a:off x="6040033" y="5153098"/>
            <a:ext cx="1" cy="476548"/>
          </a:xfrm>
          <a:prstGeom prst="straightConnector1">
            <a:avLst/>
          </a:prstGeom>
          <a:ln>
            <a:solidFill>
              <a:srgbClr val="FF0000"/>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8" name="연결선: 꺾임 47">
            <a:extLst>
              <a:ext uri="{FF2B5EF4-FFF2-40B4-BE49-F238E27FC236}">
                <a16:creationId xmlns:a16="http://schemas.microsoft.com/office/drawing/2014/main" id="{F2D45B9C-1E73-4538-BED4-FBC135DAC96A}"/>
              </a:ext>
            </a:extLst>
          </p:cNvPr>
          <p:cNvCxnSpPr>
            <a:cxnSpLocks/>
            <a:stCxn id="40" idx="0"/>
            <a:endCxn id="46" idx="3"/>
          </p:cNvCxnSpPr>
          <p:nvPr/>
        </p:nvCxnSpPr>
        <p:spPr>
          <a:xfrm rot="16200000" flipV="1">
            <a:off x="6835542" y="4865509"/>
            <a:ext cx="594049" cy="934225"/>
          </a:xfrm>
          <a:prstGeom prst="bentConnector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988FC1E-2678-4D1D-B8F1-954C53280967}"/>
              </a:ext>
            </a:extLst>
          </p:cNvPr>
          <p:cNvSpPr txBox="1"/>
          <p:nvPr/>
        </p:nvSpPr>
        <p:spPr>
          <a:xfrm>
            <a:off x="7241714" y="5298914"/>
            <a:ext cx="343364" cy="215444"/>
          </a:xfrm>
          <a:prstGeom prst="rect">
            <a:avLst/>
          </a:prstGeom>
          <a:noFill/>
        </p:spPr>
        <p:txBody>
          <a:bodyPr wrap="none" rtlCol="0">
            <a:spAutoFit/>
          </a:bodyPr>
          <a:lstStyle/>
          <a:p>
            <a:r>
              <a:rPr lang="en-US" altLang="ko-KR" sz="800" dirty="0"/>
              <a:t>NO</a:t>
            </a:r>
            <a:endParaRPr lang="ko-KR" altLang="en-US" sz="800" dirty="0"/>
          </a:p>
        </p:txBody>
      </p:sp>
      <p:sp>
        <p:nvSpPr>
          <p:cNvPr id="50" name="TextBox 49">
            <a:extLst>
              <a:ext uri="{FF2B5EF4-FFF2-40B4-BE49-F238E27FC236}">
                <a16:creationId xmlns:a16="http://schemas.microsoft.com/office/drawing/2014/main" id="{81A23C83-5988-462D-892A-64C4AF094FE7}"/>
              </a:ext>
            </a:extLst>
          </p:cNvPr>
          <p:cNvSpPr txBox="1"/>
          <p:nvPr/>
        </p:nvSpPr>
        <p:spPr>
          <a:xfrm>
            <a:off x="8198774" y="5847718"/>
            <a:ext cx="351378" cy="215444"/>
          </a:xfrm>
          <a:prstGeom prst="rect">
            <a:avLst/>
          </a:prstGeom>
          <a:noFill/>
        </p:spPr>
        <p:txBody>
          <a:bodyPr wrap="none" rtlCol="0">
            <a:spAutoFit/>
          </a:bodyPr>
          <a:lstStyle/>
          <a:p>
            <a:r>
              <a:rPr lang="en-US" altLang="ko-KR" sz="800" dirty="0"/>
              <a:t>YES</a:t>
            </a:r>
            <a:endParaRPr lang="ko-KR" altLang="en-US" sz="800" dirty="0"/>
          </a:p>
        </p:txBody>
      </p:sp>
      <p:pic>
        <p:nvPicPr>
          <p:cNvPr id="51" name="그림 50">
            <a:extLst>
              <a:ext uri="{FF2B5EF4-FFF2-40B4-BE49-F238E27FC236}">
                <a16:creationId xmlns:a16="http://schemas.microsoft.com/office/drawing/2014/main" id="{FD685D4A-DB66-4484-8D97-6EAD73310DF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8562789" y="5638378"/>
            <a:ext cx="459859" cy="361426"/>
          </a:xfrm>
          <a:prstGeom prst="rect">
            <a:avLst/>
          </a:prstGeom>
        </p:spPr>
      </p:pic>
      <p:sp>
        <p:nvSpPr>
          <p:cNvPr id="52" name="직사각형 51">
            <a:extLst>
              <a:ext uri="{FF2B5EF4-FFF2-40B4-BE49-F238E27FC236}">
                <a16:creationId xmlns:a16="http://schemas.microsoft.com/office/drawing/2014/main" id="{04E3BD09-EC53-430B-BF0C-BA5D024354E7}"/>
              </a:ext>
            </a:extLst>
          </p:cNvPr>
          <p:cNvSpPr/>
          <p:nvPr/>
        </p:nvSpPr>
        <p:spPr>
          <a:xfrm>
            <a:off x="8464037" y="5995438"/>
            <a:ext cx="675185" cy="215444"/>
          </a:xfrm>
          <a:prstGeom prst="rect">
            <a:avLst/>
          </a:prstGeom>
        </p:spPr>
        <p:txBody>
          <a:bodyPr wrap="none">
            <a:spAutoFit/>
          </a:bodyPr>
          <a:lstStyle/>
          <a:p>
            <a:pPr algn="ctr"/>
            <a:r>
              <a:rPr lang="en-US" altLang="ko-KR" sz="800" dirty="0">
                <a:latin typeface="+mn-ea"/>
              </a:rPr>
              <a:t>OOOO DB</a:t>
            </a:r>
          </a:p>
        </p:txBody>
      </p:sp>
      <p:pic>
        <p:nvPicPr>
          <p:cNvPr id="54" name="그림 53">
            <a:extLst>
              <a:ext uri="{FF2B5EF4-FFF2-40B4-BE49-F238E27FC236}">
                <a16:creationId xmlns:a16="http://schemas.microsoft.com/office/drawing/2014/main" id="{537EB6EC-E0EC-487A-A2C8-A893EBC5520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8550152" y="4834347"/>
            <a:ext cx="459859" cy="361426"/>
          </a:xfrm>
          <a:prstGeom prst="rect">
            <a:avLst/>
          </a:prstGeom>
        </p:spPr>
      </p:pic>
      <p:sp>
        <p:nvSpPr>
          <p:cNvPr id="55" name="직사각형 54">
            <a:extLst>
              <a:ext uri="{FF2B5EF4-FFF2-40B4-BE49-F238E27FC236}">
                <a16:creationId xmlns:a16="http://schemas.microsoft.com/office/drawing/2014/main" id="{943037CC-35FF-4656-9CF3-B0C66F6D0BD6}"/>
              </a:ext>
            </a:extLst>
          </p:cNvPr>
          <p:cNvSpPr/>
          <p:nvPr/>
        </p:nvSpPr>
        <p:spPr>
          <a:xfrm>
            <a:off x="8451400" y="5158859"/>
            <a:ext cx="675186" cy="215444"/>
          </a:xfrm>
          <a:prstGeom prst="rect">
            <a:avLst/>
          </a:prstGeom>
        </p:spPr>
        <p:txBody>
          <a:bodyPr wrap="none">
            <a:spAutoFit/>
          </a:bodyPr>
          <a:lstStyle/>
          <a:p>
            <a:pPr algn="ctr"/>
            <a:r>
              <a:rPr lang="en-US" altLang="ko-KR" sz="800" dirty="0">
                <a:latin typeface="+mn-ea"/>
              </a:rPr>
              <a:t>OOOO DB</a:t>
            </a:r>
          </a:p>
        </p:txBody>
      </p:sp>
      <p:cxnSp>
        <p:nvCxnSpPr>
          <p:cNvPr id="56" name="직선 화살표 연결선 55">
            <a:extLst>
              <a:ext uri="{FF2B5EF4-FFF2-40B4-BE49-F238E27FC236}">
                <a16:creationId xmlns:a16="http://schemas.microsoft.com/office/drawing/2014/main" id="{8729ABDC-30F6-4D3C-B100-45E176D0168E}"/>
              </a:ext>
            </a:extLst>
          </p:cNvPr>
          <p:cNvCxnSpPr>
            <a:cxnSpLocks/>
            <a:stCxn id="51" idx="0"/>
            <a:endCxn id="55" idx="2"/>
          </p:cNvCxnSpPr>
          <p:nvPr/>
        </p:nvCxnSpPr>
        <p:spPr>
          <a:xfrm flipH="1" flipV="1">
            <a:off x="8788993" y="5374303"/>
            <a:ext cx="3726" cy="264075"/>
          </a:xfrm>
          <a:prstGeom prst="straightConnector1">
            <a:avLst/>
          </a:prstGeom>
          <a:ln w="9525">
            <a:solidFill>
              <a:schemeClr val="tx1">
                <a:lumMod val="95000"/>
                <a:lumOff val="5000"/>
              </a:schemeClr>
            </a:solidFill>
            <a:prstDash val="dash"/>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57" name="순서도: 수행의 시작/종료 56">
            <a:extLst>
              <a:ext uri="{FF2B5EF4-FFF2-40B4-BE49-F238E27FC236}">
                <a16:creationId xmlns:a16="http://schemas.microsoft.com/office/drawing/2014/main" id="{3129425B-B6EC-4222-8620-C66B5B9C08FB}"/>
              </a:ext>
            </a:extLst>
          </p:cNvPr>
          <p:cNvSpPr/>
          <p:nvPr/>
        </p:nvSpPr>
        <p:spPr>
          <a:xfrm>
            <a:off x="8154661" y="3696041"/>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End</a:t>
            </a:r>
            <a:endParaRPr lang="ko-KR" altLang="en-US" sz="800" dirty="0">
              <a:solidFill>
                <a:schemeClr val="tx1"/>
              </a:solidFill>
              <a:latin typeface="+mn-ea"/>
            </a:endParaRPr>
          </a:p>
        </p:txBody>
      </p:sp>
      <p:sp>
        <p:nvSpPr>
          <p:cNvPr id="58" name="순서도: 처리 57">
            <a:extLst>
              <a:ext uri="{FF2B5EF4-FFF2-40B4-BE49-F238E27FC236}">
                <a16:creationId xmlns:a16="http://schemas.microsoft.com/office/drawing/2014/main" id="{1A17BE9D-02F0-4564-B9C4-A6A36F23F1F3}"/>
              </a:ext>
            </a:extLst>
          </p:cNvPr>
          <p:cNvSpPr/>
          <p:nvPr/>
        </p:nvSpPr>
        <p:spPr>
          <a:xfrm>
            <a:off x="8154661" y="4266511"/>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59" name="직선 화살표 연결선 58">
            <a:extLst>
              <a:ext uri="{FF2B5EF4-FFF2-40B4-BE49-F238E27FC236}">
                <a16:creationId xmlns:a16="http://schemas.microsoft.com/office/drawing/2014/main" id="{73AD62FE-056E-4D7B-A4F8-AC3DFE955738}"/>
              </a:ext>
            </a:extLst>
          </p:cNvPr>
          <p:cNvCxnSpPr>
            <a:cxnSpLocks/>
            <a:stCxn id="54" idx="0"/>
            <a:endCxn id="58" idx="2"/>
          </p:cNvCxnSpPr>
          <p:nvPr/>
        </p:nvCxnSpPr>
        <p:spPr>
          <a:xfrm flipH="1" flipV="1">
            <a:off x="8780081" y="4537322"/>
            <a:ext cx="1" cy="29702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39FC0685-4DC9-4C0A-9F23-B39792807F43}"/>
              </a:ext>
            </a:extLst>
          </p:cNvPr>
          <p:cNvCxnSpPr>
            <a:cxnSpLocks/>
            <a:stCxn id="58" idx="0"/>
            <a:endCxn id="57" idx="2"/>
          </p:cNvCxnSpPr>
          <p:nvPr/>
        </p:nvCxnSpPr>
        <p:spPr>
          <a:xfrm flipV="1">
            <a:off x="8780081" y="3966852"/>
            <a:ext cx="0" cy="29965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FB6A67B7-0440-423D-8FC0-28C93D04129C}"/>
              </a:ext>
            </a:extLst>
          </p:cNvPr>
          <p:cNvGrpSpPr/>
          <p:nvPr/>
        </p:nvGrpSpPr>
        <p:grpSpPr>
          <a:xfrm>
            <a:off x="9607285" y="4093821"/>
            <a:ext cx="1474520" cy="642182"/>
            <a:chOff x="9696401" y="4265098"/>
            <a:chExt cx="1474520" cy="642182"/>
          </a:xfrm>
        </p:grpSpPr>
        <p:sp>
          <p:nvSpPr>
            <p:cNvPr id="62" name="순서도: 처리 61">
              <a:extLst>
                <a:ext uri="{FF2B5EF4-FFF2-40B4-BE49-F238E27FC236}">
                  <a16:creationId xmlns:a16="http://schemas.microsoft.com/office/drawing/2014/main" id="{EA7F49A6-AD47-4013-A835-5A363DC025E7}"/>
                </a:ext>
              </a:extLst>
            </p:cNvPr>
            <p:cNvSpPr/>
            <p:nvPr/>
          </p:nvSpPr>
          <p:spPr>
            <a:xfrm>
              <a:off x="9696401" y="4265098"/>
              <a:ext cx="1474520" cy="642182"/>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OOOO OO OOOO OO OO</a:t>
              </a:r>
            </a:p>
            <a:p>
              <a:pPr algn="ctr">
                <a:lnSpc>
                  <a:spcPct val="90000"/>
                </a:lnSpc>
              </a:pPr>
              <a:r>
                <a:rPr lang="en-US" altLang="ko-KR" sz="800" dirty="0">
                  <a:solidFill>
                    <a:schemeClr val="tx1"/>
                  </a:solidFill>
                  <a:latin typeface="+mn-ea"/>
                </a:rPr>
                <a:t>OOOOO OO OOO</a:t>
              </a:r>
            </a:p>
            <a:p>
              <a:pPr algn="ctr">
                <a:lnSpc>
                  <a:spcPct val="90000"/>
                </a:lnSpc>
              </a:pPr>
              <a:endParaRPr lang="en-US" altLang="ko-KR" sz="800" dirty="0">
                <a:solidFill>
                  <a:schemeClr val="tx1"/>
                </a:solidFill>
                <a:latin typeface="+mn-ea"/>
              </a:endParaRPr>
            </a:p>
            <a:p>
              <a:pPr algn="ctr">
                <a:lnSpc>
                  <a:spcPct val="90000"/>
                </a:lnSpc>
              </a:pPr>
              <a:endParaRPr lang="en-US" altLang="ko-KR" sz="800" dirty="0">
                <a:solidFill>
                  <a:schemeClr val="tx1"/>
                </a:solidFill>
                <a:latin typeface="+mn-ea"/>
              </a:endParaRPr>
            </a:p>
          </p:txBody>
        </p:sp>
        <p:sp>
          <p:nvSpPr>
            <p:cNvPr id="63" name="사각형: 둥근 모서리 62">
              <a:extLst>
                <a:ext uri="{FF2B5EF4-FFF2-40B4-BE49-F238E27FC236}">
                  <a16:creationId xmlns:a16="http://schemas.microsoft.com/office/drawing/2014/main" id="{2B90550C-DD5D-42E6-A9F5-3DD92B8266B9}"/>
                </a:ext>
              </a:extLst>
            </p:cNvPr>
            <p:cNvSpPr/>
            <p:nvPr/>
          </p:nvSpPr>
          <p:spPr>
            <a:xfrm>
              <a:off x="10239429" y="4663440"/>
              <a:ext cx="388464" cy="155753"/>
            </a:xfrm>
            <a:prstGeom prst="roundRect">
              <a:avLst>
                <a:gd name="adj" fmla="val 22295"/>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tx1"/>
                  </a:solidFill>
                </a:rPr>
                <a:t>확인</a:t>
              </a:r>
              <a:endParaRPr lang="ko-KR" altLang="en-US" sz="700" dirty="0">
                <a:solidFill>
                  <a:schemeClr val="tx1"/>
                </a:solidFill>
              </a:endParaRPr>
            </a:p>
          </p:txBody>
        </p:sp>
      </p:grpSp>
      <p:sp>
        <p:nvSpPr>
          <p:cNvPr id="64" name="직사각형 63">
            <a:extLst>
              <a:ext uri="{FF2B5EF4-FFF2-40B4-BE49-F238E27FC236}">
                <a16:creationId xmlns:a16="http://schemas.microsoft.com/office/drawing/2014/main" id="{64538490-E039-4AE2-BB9D-E3F934CFCF62}"/>
              </a:ext>
            </a:extLst>
          </p:cNvPr>
          <p:cNvSpPr/>
          <p:nvPr/>
        </p:nvSpPr>
        <p:spPr>
          <a:xfrm>
            <a:off x="4605081" y="3043323"/>
            <a:ext cx="1845932" cy="707886"/>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a:p>
            <a:pPr marL="99450"/>
            <a:r>
              <a:rPr lang="en-US" altLang="ko-KR" sz="800" dirty="0"/>
              <a:t>  -</a:t>
            </a:r>
          </a:p>
        </p:txBody>
      </p:sp>
      <p:sp>
        <p:nvSpPr>
          <p:cNvPr id="65" name="직사각형 64">
            <a:extLst>
              <a:ext uri="{FF2B5EF4-FFF2-40B4-BE49-F238E27FC236}">
                <a16:creationId xmlns:a16="http://schemas.microsoft.com/office/drawing/2014/main" id="{DB9AC99A-21C6-4469-9114-614A9A90B5F2}"/>
              </a:ext>
            </a:extLst>
          </p:cNvPr>
          <p:cNvSpPr/>
          <p:nvPr/>
        </p:nvSpPr>
        <p:spPr>
          <a:xfrm>
            <a:off x="8900382" y="5555512"/>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66" name="직사각형 65">
            <a:extLst>
              <a:ext uri="{FF2B5EF4-FFF2-40B4-BE49-F238E27FC236}">
                <a16:creationId xmlns:a16="http://schemas.microsoft.com/office/drawing/2014/main" id="{5B96B6FB-4927-4C65-A560-BB50AAC2ED4E}"/>
              </a:ext>
            </a:extLst>
          </p:cNvPr>
          <p:cNvSpPr/>
          <p:nvPr/>
        </p:nvSpPr>
        <p:spPr>
          <a:xfrm>
            <a:off x="4605081" y="4383703"/>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Tree>
    <p:extLst>
      <p:ext uri="{BB962C8B-B14F-4D97-AF65-F5344CB8AC3E}">
        <p14:creationId xmlns:p14="http://schemas.microsoft.com/office/powerpoint/2010/main" val="947082625"/>
      </p:ext>
    </p:extLst>
  </p:cSld>
  <p:clrMapOvr>
    <a:masterClrMapping/>
  </p:clrMapOvr>
  <p:timing>
    <p:tnLst>
      <p:par>
        <p:cTn id="1" dur="indefinite" restart="never" nodeType="tmRoot"/>
      </p:par>
    </p:tnLst>
  </p:timing>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90</ep:Words>
  <ep:PresentationFormat>와이드스크린</ep:PresentationFormat>
  <ep:Paragraphs>72</ep:Paragraphs>
  <ep:Slides>2</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2</vt:i4>
      </vt:variant>
    </vt:vector>
  </ep:HeadingPairs>
  <ep:TitlesOfParts>
    <vt:vector size="3" baseType="lpstr">
      <vt:lpstr>Office 테마</vt:lpstr>
      <vt:lpstr>User flow</vt:lpstr>
      <vt:lpstr>Logic process</vt:lpstr>
    </vt:vector>
  </ep:TitlesOfParts>
  <ep:HyperlinkBase>http://www.yamestyle.com</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2019-03-11T07:43:12.000</dcterms:created>
  <dc:creator>yamestyle.com</dc:creator>
  <dc:description>본 문서는 공개 배포용으로 작성된 양식으로 저작권 없이 마음껏 사용하실 수 있습니다.</dc:description>
  <cp:keywords>야메군</cp:keywords>
  <cp:lastModifiedBy>pigch</cp:lastModifiedBy>
  <dcterms:modified xsi:type="dcterms:W3CDTF">2026-03-15T08:07:07.787</dcterms:modified>
  <cp:revision>107</cp:revision>
  <dc:title>화면설계서 양식_v1.0</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