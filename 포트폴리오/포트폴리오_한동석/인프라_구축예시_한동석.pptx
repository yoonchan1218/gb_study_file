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</p:sldIdLst>
  <p:sldSz cx="24384000" cy="13716000"/>
  <p:notesSz cx="6858000" cy="9144000"/>
  <p:embeddedFontLst>
    <p:embeddedFont>
      <p:font typeface="Nunito Sans 12pt ExtraLight"/>
      <p:regular r:id="rId8"/>
    </p:embeddedFont>
    <p:embeddedFont>
      <p:font typeface="Pretendard Regular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1.fntdata" Type="http://schemas.openxmlformats.org/officeDocument/2006/relationships/font"/><Relationship Id="rId9" Target="fonts/font2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38" Target="../media/image37.pn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png" Type="http://schemas.openxmlformats.org/officeDocument/2006/relationships/image"/><Relationship Id="rId42" Target="../media/image41.png" Type="http://schemas.openxmlformats.org/officeDocument/2006/relationships/image"/><Relationship Id="rId43" Target="../media/image42.png" Type="http://schemas.openxmlformats.org/officeDocument/2006/relationships/image"/><Relationship Id="rId44" Target="../media/image43.png" Type="http://schemas.openxmlformats.org/officeDocument/2006/relationships/image"/><Relationship Id="rId45" Target="../media/image44.png" Type="http://schemas.openxmlformats.org/officeDocument/2006/relationships/image"/><Relationship Id="rId46" Target="../media/image45.png" Type="http://schemas.openxmlformats.org/officeDocument/2006/relationships/image"/><Relationship Id="rId47" Target="../media/image46.png" Type="http://schemas.openxmlformats.org/officeDocument/2006/relationships/image"/><Relationship Id="rId48" Target="../media/image47.png" Type="http://schemas.openxmlformats.org/officeDocument/2006/relationships/image"/><Relationship Id="rId49" Target="../media/image48.png" Type="http://schemas.openxmlformats.org/officeDocument/2006/relationships/image"/><Relationship Id="rId5" Target="../media/image4.png" Type="http://schemas.openxmlformats.org/officeDocument/2006/relationships/image"/><Relationship Id="rId50" Target="../media/image49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591300" y="1587500"/>
            <a:ext cx="5232400" cy="1052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3600" y="6896100"/>
            <a:ext cx="4343400" cy="2108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68600" y="7569200"/>
            <a:ext cx="5334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3600" y="4813300"/>
            <a:ext cx="4343400" cy="210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08200" y="5283200"/>
            <a:ext cx="1841500" cy="118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28900" y="5461000"/>
            <a:ext cx="8255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86000" y="7112000"/>
            <a:ext cx="1498600" cy="1498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52500" y="4902200"/>
            <a:ext cx="7112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595959"/>
                </a:solidFill>
                <a:latin typeface="Nunito Sans 12pt ExtraLight"/>
              </a:rPr>
              <a:t>WEB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6946900"/>
            <a:ext cx="10541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595959"/>
                </a:solidFill>
                <a:latin typeface="Nunito Sans 12pt ExtraLight"/>
              </a:rPr>
              <a:t>MOBILE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8000" y="4152900"/>
            <a:ext cx="13970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FFFFFF"/>
                </a:solidFill>
                <a:highlight>
                  <a:srgbClr val="9E9E9E"/>
                </a:highlight>
                <a:latin typeface="Nunito Sans 12pt ExtraLight"/>
              </a:rPr>
              <a:t>   CLIENT  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24700" y="4737100"/>
            <a:ext cx="4152900" cy="417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34400" y="6261100"/>
            <a:ext cx="1435100" cy="119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24700" y="2362200"/>
            <a:ext cx="4152900" cy="1574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680200" y="1689100"/>
            <a:ext cx="977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 EC2   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937500" y="2413000"/>
            <a:ext cx="1460500" cy="1460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24700" y="9867900"/>
            <a:ext cx="4152900" cy="157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708900" y="10083800"/>
            <a:ext cx="1917700" cy="1917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91200" y="6350000"/>
            <a:ext cx="1854200" cy="1016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251700" y="4864100"/>
            <a:ext cx="19685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039639"/>
                </a:highlight>
                <a:latin typeface="Nunito Sans 12pt ExtraLight"/>
              </a:rPr>
              <a:t>  load balancer  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4521200"/>
            <a:ext cx="1333500" cy="558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417300" y="8496300"/>
            <a:ext cx="1333500" cy="5588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251700" y="5270500"/>
            <a:ext cx="17780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595959"/>
                </a:solidFill>
                <a:highlight>
                  <a:srgbClr val="AFD485"/>
                </a:highlight>
                <a:latin typeface="Nunito Sans 12pt ExtraLight"/>
              </a:rPr>
              <a:t>   least_conn   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699500" y="9779000"/>
            <a:ext cx="1066800" cy="10668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7213600" y="9982200"/>
            <a:ext cx="13208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FFFFFF"/>
                </a:solidFill>
                <a:highlight>
                  <a:srgbClr val="D72B26"/>
                </a:highlight>
                <a:latin typeface="Nunito Sans 12pt ExtraLight"/>
              </a:rPr>
              <a:t>  Caching  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750800" y="1600200"/>
            <a:ext cx="5232400" cy="4660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2839700" y="1701800"/>
            <a:ext cx="977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 EC2   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750800" y="7467600"/>
            <a:ext cx="5232400" cy="4660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081000" y="2362200"/>
            <a:ext cx="4572000" cy="3429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2839700" y="7569200"/>
            <a:ext cx="977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tru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 EC2   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144500" y="2463800"/>
            <a:ext cx="1816100" cy="469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081000" y="8267700"/>
            <a:ext cx="4572000" cy="3429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144500" y="8369300"/>
            <a:ext cx="1816100" cy="4699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8846800" y="1676400"/>
            <a:ext cx="11938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9E9E9E"/>
                </a:highlight>
                <a:latin typeface="Nunito Sans 12pt ExtraLight"/>
              </a:rPr>
              <a:t>  CI / CD  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653000" y="5765800"/>
            <a:ext cx="1333500" cy="558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653000" y="7454900"/>
            <a:ext cx="1333500" cy="558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999200" y="8496300"/>
            <a:ext cx="2209800" cy="3429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9431000" y="9575800"/>
            <a:ext cx="1346200" cy="13462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9088100" y="8585200"/>
            <a:ext cx="16764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2084FC"/>
                </a:highlight>
                <a:latin typeface="Nunito Sans 12pt ExtraLight"/>
              </a:rPr>
              <a:t>  deploy.yml  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1526500" y="10325100"/>
            <a:ext cx="2209800" cy="15875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21615400" y="10414000"/>
            <a:ext cx="15621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787878"/>
                </a:solidFill>
                <a:highlight>
                  <a:srgbClr val="E3FBFF"/>
                </a:highlight>
                <a:latin typeface="Nunito Sans 12pt ExtraLight"/>
              </a:rPr>
              <a:t>  Dockerfile  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2225000" y="10845800"/>
            <a:ext cx="736600" cy="914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4693900" y="3098800"/>
            <a:ext cx="1333500" cy="1333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1526500" y="8496300"/>
            <a:ext cx="2209800" cy="15875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21615400" y="8585200"/>
            <a:ext cx="15748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EE4D28"/>
                </a:highlight>
                <a:latin typeface="Nunito Sans 12pt ExtraLight"/>
              </a:rPr>
              <a:t>  Git-Secret  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2123400" y="9029700"/>
            <a:ext cx="863600" cy="863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050000" y="4076700"/>
            <a:ext cx="4673600" cy="1574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9977100" y="4394200"/>
            <a:ext cx="2921000" cy="10795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19151600" y="4165600"/>
            <a:ext cx="12065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000000"/>
                </a:highlight>
                <a:latin typeface="Nunito Sans 12pt ExtraLight"/>
              </a:rPr>
              <a:t>  GitHub  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024600" y="5918200"/>
            <a:ext cx="2641600" cy="2298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9126200" y="6032500"/>
            <a:ext cx="21717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2771E2"/>
                </a:highlight>
                <a:latin typeface="Nunito Sans 12pt ExtraLight"/>
              </a:rPr>
              <a:t>  GitHub Actions  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634200" y="6604000"/>
            <a:ext cx="1460500" cy="14224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0904200" y="2286000"/>
            <a:ext cx="2832100" cy="15367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21005800" y="2413000"/>
            <a:ext cx="11938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787878"/>
                </a:highlight>
                <a:latin typeface="Nunito Sans 12pt ExtraLight"/>
              </a:rPr>
              <a:t>  WORK  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3398500" y="4406900"/>
            <a:ext cx="3949700" cy="12192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4744700" y="8978900"/>
            <a:ext cx="1333500" cy="1333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3436600" y="10287000"/>
            <a:ext cx="3949700" cy="1219200"/>
          </a:xfrm>
          <a:prstGeom prst="rect">
            <a:avLst/>
          </a:prstGeom>
        </p:spPr>
      </p:pic>
      <p:sp>
        <p:nvSpPr>
          <p:cNvPr name="TextBox 58" id="58"/>
          <p:cNvSpPr txBox="true"/>
          <p:nvPr/>
        </p:nvSpPr>
        <p:spPr>
          <a:xfrm rot="0">
            <a:off x="13779500" y="17018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Spring 1  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779500" y="75692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Spring 2  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21882100" y="2311400"/>
            <a:ext cx="1917700" cy="13589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9050000" y="2286000"/>
            <a:ext cx="1574800" cy="15748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19189700" y="2819400"/>
            <a:ext cx="1422400" cy="558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159" b="false" i="false" u="none" strike="noStrike">
                <a:solidFill>
                  <a:srgbClr val="FFFFFF"/>
                </a:solidFill>
                <a:highlight>
                  <a:srgbClr val="000000"/>
                </a:highlight>
                <a:latin typeface="Nunito Sans 12pt ExtraLight"/>
              </a:rPr>
              <a:t> PUSH </a:t>
            </a:r>
          </a:p>
        </p:txBody>
      </p:sp>
      <p:pic>
        <p:nvPicPr>
          <p:cNvPr name="Picture 63" id="6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0624800" y="2933700"/>
            <a:ext cx="1333500" cy="558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-16200000">
            <a:off x="19951700" y="3810000"/>
            <a:ext cx="1104900" cy="4572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16200000">
            <a:off x="21018500" y="5600700"/>
            <a:ext cx="1104900" cy="4572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-1153145">
            <a:off x="20789900" y="9347200"/>
            <a:ext cx="1104900" cy="4572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1153145">
            <a:off x="20840700" y="10769600"/>
            <a:ext cx="1104900" cy="4572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16200000">
            <a:off x="20662900" y="8128000"/>
            <a:ext cx="1104900" cy="457200"/>
          </a:xfrm>
          <a:prstGeom prst="rect">
            <a:avLst/>
          </a:prstGeom>
        </p:spPr>
      </p:pic>
      <p:sp>
        <p:nvSpPr>
          <p:cNvPr name="TextBox 69" id="69"/>
          <p:cNvSpPr txBox="true"/>
          <p:nvPr/>
        </p:nvSpPr>
        <p:spPr>
          <a:xfrm rot="0">
            <a:off x="9931400" y="27813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Spring 1  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931400" y="31496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Spring 2  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931400" y="24130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316095"/>
                </a:highlight>
                <a:latin typeface="Nunito Sans 12pt ExtraLight"/>
              </a:rPr>
              <a:t>      Use      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31400" y="102997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Spring 1  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931400" y="106807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F68337"/>
                </a:highlight>
                <a:latin typeface="Nunito Sans 12pt ExtraLight"/>
              </a:rPr>
              <a:t>  Spring 2  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931400" y="9931400"/>
            <a:ext cx="1358900" cy="36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093" b="false" i="false" u="none" strike="noStrike">
                <a:solidFill>
                  <a:srgbClr val="FFFFFF"/>
                </a:solidFill>
                <a:highlight>
                  <a:srgbClr val="A41E11"/>
                </a:highlight>
                <a:latin typeface="Nunito Sans 12pt ExtraLight"/>
              </a:rPr>
              <a:t>      Use      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526500" y="2895600"/>
            <a:ext cx="3810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808" b="false" i="false" u="none" strike="noStrike">
                <a:solidFill>
                  <a:srgbClr val="000000"/>
                </a:solidFill>
                <a:ea typeface="Pretendard Regular"/>
              </a:rPr>
              <a:t>①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0624800" y="3784600"/>
            <a:ext cx="3810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808" b="false" i="false" u="none" strike="noStrike">
                <a:solidFill>
                  <a:srgbClr val="000000"/>
                </a:solidFill>
                <a:ea typeface="Pretendard Regular"/>
              </a:rPr>
              <a:t>②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1729700" y="5664200"/>
            <a:ext cx="3810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808" b="false" i="false" u="none" strike="noStrike">
                <a:solidFill>
                  <a:srgbClr val="000000"/>
                </a:solidFill>
                <a:ea typeface="Pretendard Regular"/>
              </a:rPr>
              <a:t>③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0777200" y="8153400"/>
            <a:ext cx="3810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808" b="false" i="false" u="none" strike="noStrike">
                <a:solidFill>
                  <a:srgbClr val="000000"/>
                </a:solidFill>
                <a:ea typeface="Pretendard Regular"/>
              </a:rPr>
              <a:t>④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0828000" y="9258300"/>
            <a:ext cx="3810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808" b="false" i="false" u="none" strike="noStrike">
                <a:solidFill>
                  <a:srgbClr val="2084FC"/>
                </a:solidFill>
                <a:ea typeface="Pretendard Regular"/>
              </a:rPr>
              <a:t>①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0828000" y="10845800"/>
            <a:ext cx="381000" cy="31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808" b="false" i="false" u="none" strike="noStrike">
                <a:solidFill>
                  <a:srgbClr val="2084FC"/>
                </a:solidFill>
                <a:ea typeface="Pretendard Regular"/>
              </a:rPr>
              <a:t>②</a:t>
            </a:r>
          </a:p>
        </p:txBody>
      </p:sp>
      <p:pic>
        <p:nvPicPr>
          <p:cNvPr name="Picture 81" id="8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4965700" y="1041400"/>
            <a:ext cx="2349500" cy="14986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1087100" y="1041400"/>
            <a:ext cx="2349500" cy="14986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1087100" y="6858000"/>
            <a:ext cx="2349500" cy="1498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4732000" y="6311900"/>
            <a:ext cx="1447800" cy="10922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49">
            <a:alphaModFix amt="31000"/>
          </a:blip>
          <a:stretch>
            <a:fillRect/>
          </a:stretch>
        </p:blipFill>
        <p:spPr>
          <a:xfrm rot="0">
            <a:off x="4699000" y="6299200"/>
            <a:ext cx="3835400" cy="12065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245100" y="5588000"/>
            <a:ext cx="17653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