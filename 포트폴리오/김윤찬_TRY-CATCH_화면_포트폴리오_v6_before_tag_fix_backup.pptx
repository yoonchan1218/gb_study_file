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9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7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_ web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217920" y="365760"/>
            <a:ext cx="2560320" cy="25603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54864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카테고리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1031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단계형 체험 플랫폼  |  취업 네트워킹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설명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103120" y="2377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취업의 문턱에서 좌절하거나 의지가 꺾인 분들을 위해,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체험을 통한 취업 의지를 다지는 단계형 체험 플랫폼입니다.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→ 스킬로그 포트폴리오 → Q&amp;A 커뮤니티 → 커리어 성장.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특징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0312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단계형 체험 프로그램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A: 하루 체험  |  B: 체험→인턴  |  C: 체험→인턴→계약직  |  D: 체험→정규직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기업이 제공하는 체험 단계가 달라, 구직자가 맞는 단계를 선택 가능.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기획 배경 및 의도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1920240"/>
          </a:xfrm>
          <a:prstGeom prst="rect">
            <a:avLst/>
          </a:prstGeom>
          <a:solidFill>
            <a:srgbClr val="F9FA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46.6%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코로나19 회복 효과 반등.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임금근로 일자리 7월 이후 둔화.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0604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구조적 균열 본격화.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단시간 노동자/비정규직 증가.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46.1%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경력직 선호 강화.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 경력자 비중 28.1% 증가.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90372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372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양질 일자리 부족.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 채용 쏠림, 관세전쟁 영향.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8595360" cy="2194560"/>
          </a:xfrm>
          <a:prstGeom prst="rect">
            <a:avLst/>
          </a:prstGeom>
          <a:solidFill>
            <a:srgbClr val="F9FA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651760"/>
            <a:ext cx="8595360" cy="320040"/>
          </a:xfrm>
          <a:prstGeom prst="rect">
            <a:avLst/>
          </a:prstGeom>
          <a:solidFill>
            <a:srgbClr val="2D7A5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의도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TRY-CATCH는 '경험의 격차' 문제를 해결하기 위해 기획되었습니다.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구직자들이 '경험이 없어서 취업이 안 되고, 취업이 안 되어서 경험을 못 쌓는' 악순환에 빠져 있습니다.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 기업들은 서류만으로는 지원자의 실무 능력을 판단하기 어렵습니다.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TRY-CATCH는 기업이 체험형 프로그램을 등록하고, 개인이 이에 지원하여 실무 경험을 쌓을 수 있는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양방향 플랫폼입니다. 체험 완료 후에는 스킬로그로 포트폴리오를 작성하고,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커뮤니티에서 직무 정보를 공유하며, 자연스럽게 커리어를 성장시킬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서비스 기능 및 화면 리스트    사용자 WEB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0" y="73152"/>
            <a:ext cx="27432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9D6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178040" y="54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담당한 화면 표시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502920"/>
            <a:ext cx="137160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502920"/>
            <a:ext cx="137160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502920"/>
            <a:ext cx="219456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502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GNB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54480" y="502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(2depth)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0" y="50292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설명 (3depth)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740664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74066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740664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7406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00. [서비스 시작]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회원가입, 로그인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71800" y="7406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가입정보 입력 및 계정 생성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82880" y="97840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4480" y="97840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978408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9784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계정 간편 로그인 가능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이메일, 비밀번호, 이름 등 가입 필수 정보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82880" y="121615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54480" y="121615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1216152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12161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 아이디 사용 가능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82880" y="1453896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4480" y="1453896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1453896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14538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[서비스 소개]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600200" y="14538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971800" y="14538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소개, TOP10 체험 공고 표시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82880" y="1691640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54480" y="1691640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0" y="1691640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1691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[체험 정보]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600200" y="1691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공고 목록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971800" y="16916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프로그램 목록, 필터, 검색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82880" y="192938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54480" y="192938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26080" y="1929384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00200" y="19293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공고 상세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971800" y="19293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상세 정보, 지원하기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82880" y="2167128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54480" y="216712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0" y="2167128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21671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[기술 블로그]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600200" y="21671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 목록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971800" y="2167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목록, 태그 필터, 검색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82880" y="240487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554480" y="240487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2404872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00200" y="24048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 작성/상세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971800" y="2404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작성, 상세보기, 댓글, 좋아요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82880" y="2642616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554480" y="2642616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26080" y="2642616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00200" y="26426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971800" y="26426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기술 블로그 통계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82880" y="2880360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554480" y="2880360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26080" y="2880360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8600" y="2880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[커뮤니티(Q&amp;A)]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600200" y="2880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목록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971800" y="28803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목록, 검색, 정렬, 배너, 사이드바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82880" y="311810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554480" y="311810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26080" y="3118104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600200" y="31181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작성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2971800" y="31181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선택(직무/기업/동문), 파일 첨부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82880" y="335584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554480" y="335584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26080" y="3355848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600200" y="33558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상세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2971800" y="33558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상세, 댓글/답변, 좋아요, 신고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82880" y="359359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554480" y="359359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26080" y="3593592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600200" y="35935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수정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971800" y="35935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수정, 첨부파일 관리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146304" y="2852928"/>
            <a:ext cx="5010912" cy="1005840"/>
          </a:xfrm>
          <a:prstGeom prst="rect">
            <a:avLst/>
          </a:prstGeom>
          <a:solidFill>
            <a:srgbClr val="E8F5EE"/>
          </a:solidFill>
          <a:ln w="19050">
            <a:solidFill>
              <a:srgbClr val="006E3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120640" y="502920"/>
            <a:ext cx="118872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09360" y="502920"/>
            <a:ext cx="118872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498080" y="502920"/>
            <a:ext cx="201168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20640" y="5029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GNB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309360" y="5029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(2depth)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498080" y="5029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설명 (3depth)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120640" y="740664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309360" y="740664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98080" y="740664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166360" y="740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[마이페이지]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6355080" y="740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메인/프로필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7543800" y="7406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프로필, 활동 통계, 추천 공고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5120640" y="97840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309360" y="97840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498080" y="978408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55080" y="9784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수정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7543800" y="9784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이름, 생년월일, 학력, 연락처 수정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5120640" y="1216152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309360" y="1216152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498080" y="1216152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355080" y="12161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7543800" y="12161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날짜별 그룹, 유형별 필터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5120640" y="1453896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309360" y="1453896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498080" y="1453896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355080" y="14538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내역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7543800" y="14538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체험지원 현황, 상태 필터, 지원 취소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5120640" y="1691640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309360" y="1691640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498080" y="1691640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355080" y="16916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7543800" y="16916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주의사항, 본인 확인, 탈퇴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5120640" y="1929384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309360" y="1929384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498080" y="1929384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166360" y="19293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[공통]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6355080" y="19293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(GNB)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7543800" y="19293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검색, 드롭다운, 로그인 상태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5120640" y="216712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309360" y="216712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98080" y="2167128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355080" y="21671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7543800" y="21671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회사소개, 이용약관, 고객센터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5120640" y="2404872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309360" y="2404872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98080" y="2404872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166360" y="2404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[포인트]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6355080" y="2404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 관리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7543800" y="2404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 내역, 충전, 취소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5120640" y="2642616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309360" y="2642616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98080" y="2642616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166360" y="26426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[기업 포털]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6355080" y="26426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홈/프로필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7543800" y="26426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대시보드, 정보 수정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5120640" y="2880360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309360" y="2880360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498080" y="2880360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355080" y="2880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관리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7543800" y="28803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초대(이메일), 삭제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5120640" y="3118104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309360" y="3118104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498080" y="3118104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355080" y="3118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관리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7543800" y="31181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프로그램 등록/수정/삭제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5120640" y="335584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309360" y="335584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498080" y="3355848"/>
            <a:ext cx="20116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355080" y="3355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지원자/참여자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7543800" y="33558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합격/불합격/완료 처리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5084064" y="713232"/>
            <a:ext cx="4462272" cy="1243584"/>
          </a:xfrm>
          <a:prstGeom prst="rect">
            <a:avLst/>
          </a:prstGeom>
          <a:solidFill>
            <a:srgbClr val="E8F5EE"/>
          </a:solidFill>
          <a:ln w="19050">
            <a:solidFill>
              <a:srgbClr val="006E3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084064" y="1901952"/>
            <a:ext cx="4462272" cy="530352"/>
          </a:xfrm>
          <a:prstGeom prst="rect">
            <a:avLst/>
          </a:prstGeom>
          <a:solidFill>
            <a:srgbClr val="E8F5EE"/>
          </a:solidFill>
          <a:ln w="19050">
            <a:solidFill>
              <a:srgbClr val="006E3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메뉴트리 (Information Architecture)    사용자 WEB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4747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초록색 점선 = 김윤찬 담당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144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로그인/회원가입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4864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4864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가입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4864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가입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864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23444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69164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9164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0136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0136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서비스소개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600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정보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74320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5292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5292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 목록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74320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5292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5292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 상세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337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블로그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794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94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0448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04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794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94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0448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04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794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94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0448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04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794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94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0448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04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79476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9476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04488" y="1847088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0448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480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937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37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47488" y="89611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47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937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37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47488" y="1133856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47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937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37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47488" y="1371600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47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937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937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47488" y="1609344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47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623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23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6080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80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90488" y="89611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90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080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80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90488" y="1133856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90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6080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80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90488" y="1371600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90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정보수정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6080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080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90488" y="1609344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190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08076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08076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90488" y="1847088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19048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활동내역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6080760" y="202996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080760" y="217627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90488" y="208483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190488" y="20848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회원탈퇴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690372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90372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포털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736092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36092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47064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47064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홈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736092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36092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7064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47064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736092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36092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7064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47064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736092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36092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7064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47064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736092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36092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70648" y="1847088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47064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7360920" y="202996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360920" y="217627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470648" y="208483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470648" y="20848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참여자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91440" y="42976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144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컴포넌트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1005840" y="4398264"/>
            <a:ext cx="182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88720" y="4297680"/>
            <a:ext cx="914400" cy="201168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18872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헤더(GNB)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1005840" y="4398264"/>
            <a:ext cx="1280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286000" y="4297680"/>
            <a:ext cx="914400" cy="201168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28600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푸터(Footer)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1005840" y="4398264"/>
            <a:ext cx="23774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383280" y="4297680"/>
            <a:ext cx="9144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38328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목록 (취업톡톡)〉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3166693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3130117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35504" y="838962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97760" y="720090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2797760" y="72009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00927" y="982980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3183" y="864108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763183" y="8641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09480" y="1106424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71736" y="987552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2171736" y="9875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09480" y="1805940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71736" y="1687068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2171736" y="16870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00927" y="1805940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3183" y="1687068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763183" y="16870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409480" y="3986784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171736" y="3867912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4" name="Text 21"/>
          <p:cNvSpPr/>
          <p:nvPr/>
        </p:nvSpPr>
        <p:spPr>
          <a:xfrm>
            <a:off x="2171736" y="38679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409480" y="4562856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171736" y="4443984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7" name="Text 24"/>
          <p:cNvSpPr/>
          <p:nvPr/>
        </p:nvSpPr>
        <p:spPr>
          <a:xfrm>
            <a:off x="2171736" y="44439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678757" y="384048"/>
            <a:ext cx="53738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목록 (취업톡톡) 화면 영역 설명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678757" y="594360"/>
            <a:ext cx="5373803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678757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907357" y="68580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(GNB)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907357" y="82296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검색, 메뉴 드롭다운, 로그인 상태, 포인트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3678757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907357" y="118872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 프로필/질문 작성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907357" y="132588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프로필(닉네임, 레벨, 글/질문 수), 질문·목록 토글 버튼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3678757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907357" y="169164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배너 캐러셀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907357" y="182880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추천/인기 질문 슬라이더 배너 (자동 슬라이드)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3678757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3907357" y="219456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질문 목록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907357" y="233172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 탭(최신/인기/좋아요/댓글), 질문 카드, 페이지네이션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3678757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907357" y="269748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 인기/최신 질문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3907357" y="283464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TOP5, 최신 질문 위젯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678757" y="32004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F.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907357" y="320040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질문 하단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907357" y="333756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인기 질문 카드형 목록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3678757" y="37033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G.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3907357" y="370332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907357" y="384048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배너, 공지사항, 회사정보, 고객센터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작성〉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286396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24982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49778" y="1024128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12034" y="905256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3112034" y="9052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49778" y="1476756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12034" y="1357884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3112034" y="13578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49778" y="2217420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12034" y="2098548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3112034" y="20985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49778" y="3163824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12034" y="3044952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3112034" y="30449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349778" y="4069080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112034" y="3950208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3112034" y="39502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98460" y="384048"/>
            <a:ext cx="425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작성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98460" y="594360"/>
            <a:ext cx="425410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79846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27060" y="68580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대상 선택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27060" y="82296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직무선배/기업선배/동문 체크박스, 레이어 모달 카테고리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79846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027060" y="118872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제목 입력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27060" y="132588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제목 텍스트 필드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79846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027060" y="169164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내용 에디터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027060" y="182880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작성, 이미지/파일 첨부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79846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027060" y="219456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등록/취소 버튼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7060" y="233172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질문하기/취소, 유효성 검사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79846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027060" y="269748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7060" y="283464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정책 안내, 회사 정보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4798460" y="3154680"/>
            <a:ext cx="42541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선택 확대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4798460" y="3291840"/>
            <a:ext cx="2839865" cy="11155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604" y="3300984"/>
            <a:ext cx="2821577" cy="10972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상세〉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3660838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36242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9304" y="1139666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1560" y="1020794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102079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46704" y="1212152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1093280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3108960" y="10932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46704" y="2226945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08960" y="2108073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3108960" y="2108073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46704" y="2661857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08960" y="2542985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3108960" y="2542985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346704" y="3676650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108960" y="3557778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3108960" y="355777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상세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프로필, 인기/최신 질문 위젯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상세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태그, 제목, 조회수, 본문(이미지), 작성자 프로필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좋아요/공유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 토글(비동기), 공유하기, 좋아요 수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영역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목록, 대댓글 스레드, 작성 폼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12064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349240" y="269748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목록보기/푸터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349240" y="283464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돌아가기, 광고 배너, 회사 정보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수정〉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440375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403799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57564" y="1024128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19820" y="905256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3219820" y="9052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57564" y="1600200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19820" y="1481328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3219820" y="14813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57564" y="2834640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19820" y="2715768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3219820" y="27157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57564" y="3246120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19820" y="3127248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321982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457564" y="4274820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19820" y="4155948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3219820" y="41559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52439" y="384048"/>
            <a:ext cx="41001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수정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952439" y="594360"/>
            <a:ext cx="4100121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52439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181039" y="68580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수정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81039" y="82296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선택값 유지 및 변경 가능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952439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181039" y="118872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제목/내용 수정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181039" y="132588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제목/내용 프리로드, 수정 에디터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952439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181039" y="169164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 관리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181039" y="182880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파일 삭제 + 새 파일 추가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952439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181039" y="219456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수정/취소 버튼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181039" y="233172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수정하기/취소, 유효성 검사 후 전송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952439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181039" y="269748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181039" y="283464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정책 안내, 회사 정보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〈공통 푸터 (Footer)〉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260832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25717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46704" y="2526030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08960" y="2407158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3108960" y="240715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46704" y="2783205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2664333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3108960" y="2664333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46704" y="2988945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08960" y="2870073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3108960" y="2870073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46704" y="3168968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08960" y="3050096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3108960" y="30500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푸터 (Footer) 화면 영역 설명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배너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공고 광고 배너, 교육생 모집/채용 안내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공지사항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주요 공지사항 롤링 표시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정보 링크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회사소개, 이용약관, 개인정보처리방침, 고객센터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고객센터/저작권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전화, 운영시간, FAX, 이메일, ©표시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〈마이페이지 메인/프로필〉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3955433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3918857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6790" y="982980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9046" y="864108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529046" y="8641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354618" y="900684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6874" y="781812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1116874" y="7818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18104" y="1271016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80360" y="1152144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2880360" y="11521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118104" y="1682496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80360" y="1563624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2880360" y="1563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118104" y="2093976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880360" y="1975104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2880360" y="19751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118104" y="3246120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880360" y="3127248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4" name="Text 21"/>
          <p:cNvSpPr/>
          <p:nvPr/>
        </p:nvSpPr>
        <p:spPr>
          <a:xfrm>
            <a:off x="2880360" y="31272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467497" y="384048"/>
            <a:ext cx="4585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 메인/프로필 화면 영역 설명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67497" y="594360"/>
            <a:ext cx="4585063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467497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696097" y="68580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 네비게이션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696097" y="82296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개인회원 홈, 기술블로그, 체험지원, QnA, 회원정보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467497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696097" y="118872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카드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696097" y="132588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사진 업로드, 닉네임, 레벨, 포인트, 게시글/질문 수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467497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696097" y="169164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 공고 캐러셀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696097" y="182880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체험 공고 슬라이더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467497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696097" y="219456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취업톡톡 영역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696097" y="233172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Q&amp;A 요약, 태그/카테고리 배지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4467497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696097" y="269748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체험공고/TOP100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696097" y="283464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프로그램, TOP100 추천 카드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467497" y="32004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F.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696097" y="320040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매칭 (탭)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696097" y="333756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본 공고/스크랩 공고 탭 전환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4467497" y="3657600"/>
            <a:ext cx="45850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카드 확대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4467497" y="3794760"/>
            <a:ext cx="1585831" cy="11155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641" y="3803904"/>
            <a:ext cx="1567543" cy="109728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〈개인정보 수정〉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260832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25717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432304" y="802957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94560" y="684085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2194560" y="684085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32304" y="982980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94560" y="864108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2194560" y="8641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32304" y="1240155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94560" y="1121283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2194560" y="1121283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32304" y="1548765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94560" y="1429893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2194560" y="1429893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660904" y="1857375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23160" y="1738503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2423160" y="1738503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수정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제목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'회원정보 수정' 타이틀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 (읽기전용)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아이디 표시 (수정 불가)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정보 폼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이름, 생년월일 드롭다운, 성별 라디오, 학력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 정보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휴대폰, 일반전화, 이메일(@도메인)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12064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349240" y="269748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수정하기/취소 버튼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349240" y="283464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제출, 유효성 검증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〈알림 목록〉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263928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26027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" y="1297781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178909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178909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03704" y="1141619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65960" y="1022747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1965960" y="1022747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03904" y="1141619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66160" y="1022747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3566160" y="1022747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660904" y="1505998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23160" y="1387126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2423160" y="138712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 화면 영역 설명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 네비게이션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개인회원 홈, 기술블로그, 체험지원, QnA, 회원정보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알림 타이틀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'수신 알림', 최근 30일 알림 안내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유형별 필터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전체/취업톡톡/체험지원/기술블로그 필터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목록/빈 상태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날짜별 그룹핑 또는 '알림 없음' 안내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〈활동 내역 (체험지원 현황)〉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3939445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39028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46704" y="1089470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08960" y="970598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3108960" y="97059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46704" y="1440728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1321856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3108960" y="13218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46704" y="2143244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08960" y="2024372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3108960" y="20243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46704" y="2728674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08960" y="2609802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3108960" y="260980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346704" y="3509248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108960" y="3390376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21" name="Text 18"/>
          <p:cNvSpPr/>
          <p:nvPr/>
        </p:nvSpPr>
        <p:spPr>
          <a:xfrm>
            <a:off x="3108960" y="3390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내역 (체험지원 현황)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요약 카드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참여완료/참여중/심사완료/심사중 카운트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날짜/필터 검색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조회기간, 날짜, 진행/열람/지원상태 필터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내역 목록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기업명, 프로그램, 지원분야, 지원취소 버튼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페이지네이션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결과 페이지 분할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12064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349240" y="269748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349240" y="283464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유의사항 5가지, 광고 배너, 회사 정보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5120640" y="315468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카드 + 필터 영역 확대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5120640" y="3291840"/>
            <a:ext cx="3529584" cy="11155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84" y="3300984"/>
            <a:ext cx="3511296" cy="10972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〈회원 탈퇴〉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3246501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32099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46704" y="841439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08960" y="722567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9" name="Text 6"/>
          <p:cNvSpPr/>
          <p:nvPr/>
        </p:nvSpPr>
        <p:spPr>
          <a:xfrm>
            <a:off x="3108960" y="722567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46704" y="1290828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1171956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2" name="Text 9"/>
          <p:cNvSpPr/>
          <p:nvPr/>
        </p:nvSpPr>
        <p:spPr>
          <a:xfrm>
            <a:off x="3108960" y="11719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46704" y="1804416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08960" y="1685544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5" name="Text 12"/>
          <p:cNvSpPr/>
          <p:nvPr/>
        </p:nvSpPr>
        <p:spPr>
          <a:xfrm>
            <a:off x="3108960" y="16855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46704" y="2125409"/>
            <a:ext cx="320040" cy="0"/>
          </a:xfrm>
          <a:prstGeom prst="line">
            <a:avLst/>
          </a:prstGeom>
          <a:noFill/>
          <a:ln w="12700">
            <a:solidFill>
              <a:srgbClr val="3A9D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08960" y="2006537"/>
            <a:ext cx="237744" cy="237744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18" name="Text 15"/>
          <p:cNvSpPr/>
          <p:nvPr/>
        </p:nvSpPr>
        <p:spPr>
          <a:xfrm>
            <a:off x="3108960" y="2006537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 화면 영역 설명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탈퇴 전용 헤더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'회원정보 관리', 수정/탈퇴 탭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경고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불가, ID 재사용 불가, 동시 탈퇴, 데이터 삭제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확인 폼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아이디(읽기전용), 탈퇴요청자 이름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및 탈퇴 버튼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체크박스 → 탈퇴하기 활성화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120640" y="306324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이름 입력 시 오류 화면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120640" y="3200400"/>
            <a:ext cx="1969008" cy="11155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84" y="3209544"/>
            <a:ext cx="1950720" cy="10972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〈공통 헤더 및 드롭다운〉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28016" y="795528"/>
            <a:ext cx="3269488" cy="184708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04672"/>
            <a:ext cx="32512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" y="64008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전 - GNB 드롭다운 + 기업서비스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654296" y="795528"/>
            <a:ext cx="3269488" cy="184708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04672"/>
            <a:ext cx="3251200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64008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후 - 메인 화면 (프로필 표시)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128016" y="2916936"/>
            <a:ext cx="3594608" cy="20299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2926080"/>
            <a:ext cx="3576320" cy="20116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" y="276148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검색바 - 자동완성 / 자동완성 끄기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4663440" y="2743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헤더 주요 기능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663440" y="3017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892040" y="3017520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GNB 드롭다운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4892040" y="314553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서비스소개/체험정보/기술블로그/커뮤니티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hover 시 하위 메뉴 표시</a:t>
            </a:r>
            <a:endParaRPr lang="en-US" sz="700" dirty="0"/>
          </a:p>
        </p:txBody>
      </p:sp>
      <p:sp>
        <p:nvSpPr>
          <p:cNvPr id="18" name="Text 13"/>
          <p:cNvSpPr/>
          <p:nvPr/>
        </p:nvSpPr>
        <p:spPr>
          <a:xfrm>
            <a:off x="4663440" y="34015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892040" y="340156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기업서비스 드롭다운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892040" y="352958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비로그인 시 기업서비스 버튼 클릭 →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신청하기/개인회원 홈 안내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4663440" y="37856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92040" y="3785616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드롭다운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892040" y="39136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후 회원 이름 클릭 → 개인회원홈/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기술블로그/체험지원/정보수정/로그아웃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4663440" y="416966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892040" y="4169664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검색바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892040" y="429768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자동완성 드롭다운,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자동완성 끄기/닫기 토글 기능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4663440" y="45537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892040" y="4553712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아이콘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892040" y="46817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알림 표시, 클릭 시 알림 목록</a:t>
            </a:r>
            <a:endParaRPr lang="en-US" sz="700" dirty="0"/>
          </a:p>
        </p:txBody>
      </p:sp>
      <p:sp>
        <p:nvSpPr>
          <p:cNvPr id="30" name="Shape 25"/>
          <p:cNvSpPr/>
          <p:nvPr/>
        </p:nvSpPr>
        <p:spPr>
          <a:xfrm>
            <a:off x="128016" y="4700016"/>
            <a:ext cx="424688" cy="38404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4709160"/>
            <a:ext cx="40640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37160" y="454456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드롭다운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TRY-CATCH 화면 포트폴리오</dc:title>
  <dc:subject>PptxGenJS Presentation</dc:subject>
  <dc:creator>김윤찬</dc:creator>
  <cp:lastModifiedBy>김윤찬</cp:lastModifiedBy>
  <cp:revision>1</cp:revision>
  <dcterms:created xsi:type="dcterms:W3CDTF">2026-03-15T08:25:59Z</dcterms:created>
  <dcterms:modified xsi:type="dcterms:W3CDTF">2026-03-15T08:25:59Z</dcterms:modified>
</cp:coreProperties>
</file>